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2"/>
    <p:sldId id="260" r:id="rId3"/>
    <p:sldId id="259" r:id="rId4"/>
    <p:sldId id="755" r:id="rId5"/>
    <p:sldId id="756" r:id="rId6"/>
    <p:sldId id="263" r:id="rId7"/>
    <p:sldId id="264" r:id="rId8"/>
    <p:sldId id="262" r:id="rId9"/>
    <p:sldId id="395" r:id="rId10"/>
    <p:sldId id="276" r:id="rId11"/>
    <p:sldId id="267" r:id="rId12"/>
    <p:sldId id="275" r:id="rId13"/>
    <p:sldId id="270" r:id="rId14"/>
    <p:sldId id="278" r:id="rId15"/>
    <p:sldId id="277" r:id="rId16"/>
    <p:sldId id="266" r:id="rId17"/>
    <p:sldId id="398" r:id="rId18"/>
    <p:sldId id="399" r:id="rId19"/>
    <p:sldId id="400" r:id="rId20"/>
    <p:sldId id="757" r:id="rId21"/>
    <p:sldId id="761" r:id="rId22"/>
    <p:sldId id="396" r:id="rId23"/>
    <p:sldId id="758" r:id="rId24"/>
    <p:sldId id="759" r:id="rId25"/>
    <p:sldId id="760" r:id="rId26"/>
    <p:sldId id="268" r:id="rId27"/>
    <p:sldId id="265" r:id="rId28"/>
    <p:sldId id="764" r:id="rId29"/>
    <p:sldId id="765" r:id="rId30"/>
    <p:sldId id="769" r:id="rId31"/>
    <p:sldId id="770" r:id="rId32"/>
    <p:sldId id="771" r:id="rId33"/>
    <p:sldId id="772" r:id="rId34"/>
    <p:sldId id="261" r:id="rId35"/>
    <p:sldId id="766" r:id="rId36"/>
    <p:sldId id="767" r:id="rId37"/>
    <p:sldId id="768" r:id="rId38"/>
    <p:sldId id="762" r:id="rId39"/>
    <p:sldId id="763" r:id="rId40"/>
    <p:sldId id="274" r:id="rId41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622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9328F0C2-66E8-48BB-9DA2-FFEF1C401A50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786FDB97-6639-449D-8373-5CF5C540B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83393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400" cy="496888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1"/>
            <a:ext cx="2946400" cy="496888"/>
          </a:xfrm>
          <a:prstGeom prst="rect">
            <a:avLst/>
          </a:prstGeom>
        </p:spPr>
        <p:txBody>
          <a:bodyPr vert="horz" lIns="91431" tIns="45716" rIns="91431" bIns="45716" rtlCol="0"/>
          <a:lstStyle>
            <a:lvl1pPr algn="r">
              <a:defRPr sz="1200"/>
            </a:lvl1pPr>
          </a:lstStyle>
          <a:p>
            <a:fld id="{88325E92-8150-413E-A687-9DBCDD7FA0F1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6" rIns="91431" bIns="4571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14876"/>
            <a:ext cx="5438775" cy="4467225"/>
          </a:xfrm>
          <a:prstGeom prst="rect">
            <a:avLst/>
          </a:prstGeom>
        </p:spPr>
        <p:txBody>
          <a:bodyPr vert="horz" lIns="91431" tIns="45716" rIns="91431" bIns="4571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8164"/>
            <a:ext cx="2946400" cy="496887"/>
          </a:xfrm>
          <a:prstGeom prst="rect">
            <a:avLst/>
          </a:prstGeom>
        </p:spPr>
        <p:txBody>
          <a:bodyPr vert="horz" lIns="91431" tIns="45716" rIns="91431" bIns="45716" rtlCol="0" anchor="b"/>
          <a:lstStyle>
            <a:lvl1pPr algn="r">
              <a:defRPr sz="1200"/>
            </a:lvl1pPr>
          </a:lstStyle>
          <a:p>
            <a:fld id="{5DDD4772-E82C-471F-A4EA-22B8CCF08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16437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728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142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170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168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852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321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029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264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085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948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65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9432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366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477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282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1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641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657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338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0543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2042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856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516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738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999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737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6991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D4772-E82C-471F-A4EA-22B8CCF08A28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010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 rot="3763650">
            <a:off x="-2370047" y="1082600"/>
            <a:ext cx="6647884" cy="5087210"/>
          </a:xfrm>
          <a:prstGeom prst="rect">
            <a:avLst/>
          </a:prstGeom>
          <a:blipFill dpi="0" rotWithShape="1">
            <a:blip r:embed="rId2">
              <a:alphaModFix amt="29000"/>
            </a:blip>
            <a:srcRect/>
            <a:stretch>
              <a:fillRect l="-4348" t="-276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64288" y="116632"/>
            <a:ext cx="1778245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1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/>
          <a:srcRect r="88922"/>
          <a:stretch/>
        </p:blipFill>
        <p:spPr>
          <a:xfrm>
            <a:off x="0" y="0"/>
            <a:ext cx="720812" cy="6858000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5508104" y="3429000"/>
            <a:ext cx="4104456" cy="3617227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30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0" y="6453336"/>
            <a:ext cx="9144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0688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5652120" y="3194316"/>
            <a:ext cx="4104456" cy="3617227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49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49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44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07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19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72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83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-1" y="1"/>
            <a:ext cx="7338549" cy="65629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5000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39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94" b="15199"/>
          <a:stretch/>
        </p:blipFill>
        <p:spPr>
          <a:xfrm>
            <a:off x="7010041" y="0"/>
            <a:ext cx="2131819" cy="725379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7998286" y="6493870"/>
            <a:ext cx="1058836" cy="46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97" dirty="0">
                <a:solidFill>
                  <a:srgbClr val="FF0000"/>
                </a:solidFill>
              </a:rPr>
              <a:t>&lt;confidential&gt;</a:t>
            </a:r>
            <a:endParaRPr lang="ko-KR" altLang="en-US" sz="1197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80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- 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142" y="-110903"/>
            <a:ext cx="1192440" cy="892630"/>
          </a:xfrm>
          <a:prstGeom prst="rect">
            <a:avLst/>
          </a:prstGeom>
        </p:spPr>
      </p:pic>
      <p:sp>
        <p:nvSpPr>
          <p:cNvPr id="3" name="Rectangle 4"/>
          <p:cNvSpPr>
            <a:spLocks noChangeArrowheads="1"/>
          </p:cNvSpPr>
          <p:nvPr userDrawn="1"/>
        </p:nvSpPr>
        <p:spPr bwMode="auto">
          <a:xfrm>
            <a:off x="8646256" y="6510749"/>
            <a:ext cx="333375" cy="16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234CAB45-C73E-44A4-BDCD-A498EBE1738A}" type="slidenum">
              <a:rPr lang="ko-KR" altLang="en-US" sz="750" b="1" smtClean="0">
                <a:solidFill>
                  <a:schemeClr val="bg2">
                    <a:lumMod val="50000"/>
                  </a:schemeClr>
                </a:solidFill>
                <a:effectLst/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algn="ctr">
                <a:defRPr/>
              </a:pPr>
              <a:t>‹#›</a:t>
            </a:fld>
            <a:endParaRPr lang="en-US" altLang="ko-KR" sz="750" b="1" dirty="0">
              <a:solidFill>
                <a:schemeClr val="bg2">
                  <a:lumMod val="50000"/>
                </a:schemeClr>
              </a:solidFill>
              <a:effectLst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56076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55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07704" y="1641574"/>
            <a:ext cx="5616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XDAQ FPGA </a:t>
            </a:r>
            <a:r>
              <a:rPr lang="ko-KR" altLang="en-US" sz="40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설계 문서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4899928" y="2896025"/>
            <a:ext cx="3920544" cy="574788"/>
            <a:chOff x="4899928" y="2896025"/>
            <a:chExt cx="3920544" cy="574788"/>
          </a:xfrm>
        </p:grpSpPr>
        <p:sp>
          <p:nvSpPr>
            <p:cNvPr id="7" name="TextBox 6"/>
            <p:cNvSpPr txBox="1"/>
            <p:nvPr/>
          </p:nvSpPr>
          <p:spPr>
            <a:xfrm>
              <a:off x="5220072" y="2896025"/>
              <a:ext cx="3600400" cy="5601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일자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- 2023. 11. 27  </a:t>
              </a:r>
              <a:endPara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9928" y="3055592"/>
              <a:ext cx="392152" cy="415221"/>
            </a:xfrm>
            <a:prstGeom prst="rect">
              <a:avLst/>
            </a:prstGeom>
          </p:spPr>
        </p:pic>
      </p:grpSp>
      <p:grpSp>
        <p:nvGrpSpPr>
          <p:cNvPr id="12" name="그룹 11"/>
          <p:cNvGrpSpPr/>
          <p:nvPr/>
        </p:nvGrpSpPr>
        <p:grpSpPr>
          <a:xfrm>
            <a:off x="4899928" y="3473830"/>
            <a:ext cx="3920544" cy="560153"/>
            <a:chOff x="4899928" y="3473830"/>
            <a:chExt cx="3920544" cy="560153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99928" y="3612344"/>
              <a:ext cx="392152" cy="41522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220072" y="3473830"/>
              <a:ext cx="3600400" cy="56015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부서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- DR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개발팀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</a:t>
              </a:r>
              <a:endPara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  <p:cxnSp>
        <p:nvCxnSpPr>
          <p:cNvPr id="13" name="직선 연결선 12"/>
          <p:cNvCxnSpPr/>
          <p:nvPr/>
        </p:nvCxnSpPr>
        <p:spPr>
          <a:xfrm>
            <a:off x="2339752" y="2584906"/>
            <a:ext cx="4644000" cy="0"/>
          </a:xfrm>
          <a:prstGeom prst="line">
            <a:avLst/>
          </a:prstGeom>
          <a:ln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40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/>
        </p:nvCxnSpPr>
        <p:spPr>
          <a:xfrm>
            <a:off x="1007840" y="1052736"/>
            <a:ext cx="2124000" cy="0"/>
          </a:xfrm>
          <a:prstGeom prst="line">
            <a:avLst/>
          </a:prstGeom>
          <a:ln>
            <a:headEnd type="none"/>
            <a:tailEnd type="non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331640" y="529516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Contents</a:t>
            </a:r>
            <a:endParaRPr lang="ko-KR" altLang="en-US" sz="2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620688"/>
            <a:ext cx="392152" cy="415221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1239684" y="1340768"/>
            <a:ext cx="3332316" cy="369332"/>
            <a:chOff x="1003712" y="1484784"/>
            <a:chExt cx="3332316" cy="369332"/>
          </a:xfrm>
        </p:grpSpPr>
        <p:sp>
          <p:nvSpPr>
            <p:cNvPr id="6" name="TextBox 5"/>
            <p:cNvSpPr txBox="1"/>
            <p:nvPr/>
          </p:nvSpPr>
          <p:spPr>
            <a:xfrm>
              <a:off x="1003712" y="1484784"/>
              <a:ext cx="333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FPGA function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722" y="1520832"/>
              <a:ext cx="288000" cy="304942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1435760" y="1772816"/>
            <a:ext cx="3640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1243455555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222222222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333333333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444444444</a:t>
            </a:r>
          </a:p>
        </p:txBody>
      </p:sp>
      <p:grpSp>
        <p:nvGrpSpPr>
          <p:cNvPr id="10" name="그룹 9"/>
          <p:cNvGrpSpPr/>
          <p:nvPr/>
        </p:nvGrpSpPr>
        <p:grpSpPr>
          <a:xfrm>
            <a:off x="1239684" y="3356992"/>
            <a:ext cx="3332316" cy="369332"/>
            <a:chOff x="1003712" y="1484784"/>
            <a:chExt cx="3332316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1003712" y="1484784"/>
              <a:ext cx="333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    FPGA test</a:t>
              </a:r>
              <a:endPara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721" y="1513359"/>
              <a:ext cx="288000" cy="304942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1651784" y="3789040"/>
            <a:ext cx="36402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1243455555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222222222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333333333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444444444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20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Schematic 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F5475C-7EA0-1010-E0D3-2A9C811D6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21" y="1124744"/>
            <a:ext cx="7720957" cy="52132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94992E-ABC2-387B-2262-AD4229B6FFF2}"/>
              </a:ext>
            </a:extLst>
          </p:cNvPr>
          <p:cNvSpPr txBox="1"/>
          <p:nvPr/>
        </p:nvSpPr>
        <p:spPr>
          <a:xfrm>
            <a:off x="179512" y="746385"/>
            <a:ext cx="889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latin typeface="+mn-ea"/>
              </a:rPr>
              <a:t>회로 구성도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9520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0889"/>
              </p:ext>
            </p:extLst>
          </p:nvPr>
        </p:nvGraphicFramePr>
        <p:xfrm>
          <a:off x="5076056" y="1772816"/>
          <a:ext cx="2705296" cy="38696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3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2288">
                  <a:extLst>
                    <a:ext uri="{9D8B030D-6E8A-4147-A177-3AD203B41FA5}">
                      <a16:colId xmlns:a16="http://schemas.microsoft.com/office/drawing/2014/main" val="1971077790"/>
                    </a:ext>
                  </a:extLst>
                </a:gridCol>
              </a:tblGrid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>
                          <a:effectLst/>
                        </a:rPr>
                        <a:t>Description</a:t>
                      </a:r>
                      <a:r>
                        <a:rPr lang="ko-KR" sz="1100">
                          <a:effectLst/>
                        </a:rPr>
                        <a:t>　</a:t>
                      </a:r>
                      <a:endParaRPr lang="ko-KR" sz="11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Panel size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250 × 320 mm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459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Active area size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239.3 × 304.6mm</a:t>
                      </a:r>
                    </a:p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(without dummy pixel)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Pixel resolution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2,816 (H) × 3,584(V)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Pixel pitch</a:t>
                      </a:r>
                      <a:endParaRPr lang="ko-KR" sz="90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85um (H,V</a:t>
                      </a:r>
                      <a:r>
                        <a:rPr lang="en-US" sz="900">
                          <a:effectLst/>
                        </a:rPr>
                        <a:t>)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Gate line number</a:t>
                      </a:r>
                      <a:endParaRPr lang="ko-KR" sz="90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3,584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Data line number</a:t>
                      </a:r>
                      <a:endParaRPr lang="ko-KR" sz="90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2,816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367">
                <a:tc gridSpan="2"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Gate side TAB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endParaRPr lang="ko-KR" sz="24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19050" marR="19050" marT="1905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Chanel per block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512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Total block number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8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367">
                <a:tc gridSpan="2"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Data side TAB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endParaRPr lang="ko-KR" sz="24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19050" marR="19050" marT="1905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Chanel per block</a:t>
                      </a:r>
                      <a:endParaRPr lang="ko-KR" sz="90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256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367"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Total block number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 fontAlgn="b" latinLnBrk="1">
                        <a:lnSpc>
                          <a:spcPts val="1700"/>
                        </a:lnSpc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22EA (11EA</a:t>
                      </a:r>
                      <a:r>
                        <a:rPr lang="en-US" sz="900" baseline="0" dirty="0">
                          <a:effectLst/>
                        </a:rPr>
                        <a:t> x 2 Sides)</a:t>
                      </a:r>
                      <a:endParaRPr lang="ko-KR" sz="900" dirty="0">
                        <a:effectLst/>
                        <a:latin typeface="굴림"/>
                        <a:cs typeface="굴림"/>
                      </a:endParaRPr>
                    </a:p>
                  </a:txBody>
                  <a:tcPr marL="7144" marR="7144" marT="7144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3" name="그림 2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025" y="1696585"/>
            <a:ext cx="3557588" cy="342038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781972" y="5116965"/>
            <a:ext cx="314523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ko-KR" sz="1200" dirty="0"/>
              <a:t>ROIC, ADI : AD71185</a:t>
            </a:r>
          </a:p>
          <a:p>
            <a:r>
              <a:rPr lang="it-IT" altLang="ko-KR" sz="1200" dirty="0"/>
              <a:t>Gate  Novatek : NT39565DH-C5157A/A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85AEA9-9D39-EDA5-7AAC-7EDE29E7330C}"/>
              </a:ext>
            </a:extLst>
          </p:cNvPr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Panel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62F11-B5E2-5425-CACB-6996E74543D3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216DC-BB8C-82E6-6A0D-353912B730CC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9203C-AEFC-EBB6-5196-A1FFA2141265}"/>
              </a:ext>
            </a:extLst>
          </p:cNvPr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4D272-F1E2-E819-0451-63307524C7AC}"/>
              </a:ext>
            </a:extLst>
          </p:cNvPr>
          <p:cNvSpPr txBox="1"/>
          <p:nvPr/>
        </p:nvSpPr>
        <p:spPr>
          <a:xfrm>
            <a:off x="179512" y="746385"/>
            <a:ext cx="889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latin typeface="+mn-ea"/>
              </a:rPr>
              <a:t>1012 Panel</a:t>
            </a:r>
          </a:p>
        </p:txBody>
      </p:sp>
    </p:spTree>
    <p:extLst>
      <p:ext uri="{BB962C8B-B14F-4D97-AF65-F5344CB8AC3E}">
        <p14:creationId xmlns:p14="http://schemas.microsoft.com/office/powerpoint/2010/main" val="2599362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화면 캡처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50" y="2852936"/>
            <a:ext cx="3639230" cy="3569985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D4C2CF90-913B-54A1-3C86-BC11D82B7D5E}"/>
              </a:ext>
            </a:extLst>
          </p:cNvPr>
          <p:cNvGrpSpPr/>
          <p:nvPr/>
        </p:nvGrpSpPr>
        <p:grpSpPr>
          <a:xfrm>
            <a:off x="873661" y="620687"/>
            <a:ext cx="3173138" cy="2237559"/>
            <a:chOff x="5453908" y="3850738"/>
            <a:chExt cx="3173138" cy="2499374"/>
          </a:xfrm>
        </p:grpSpPr>
        <p:sp>
          <p:nvSpPr>
            <p:cNvPr id="3" name="직사각형 2"/>
            <p:cNvSpPr/>
            <p:nvPr/>
          </p:nvSpPr>
          <p:spPr>
            <a:xfrm>
              <a:off x="5453908" y="3850738"/>
              <a:ext cx="3098324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For dual readout, the first and last gate COF are using 256 channel only.</a:t>
              </a:r>
              <a:endParaRPr lang="ko-KR" altLang="en-US" sz="1050" dirty="0"/>
            </a:p>
          </p:txBody>
        </p:sp>
        <p:pic>
          <p:nvPicPr>
            <p:cNvPr id="4" name="그림 3" descr="화면 캡처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53908" y="4208528"/>
              <a:ext cx="3173138" cy="2141584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3468384" y="5279320"/>
            <a:ext cx="607930" cy="2554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CE2B50B-2FDD-06C7-38B0-5694D8A806BD}"/>
              </a:ext>
            </a:extLst>
          </p:cNvPr>
          <p:cNvGrpSpPr/>
          <p:nvPr/>
        </p:nvGrpSpPr>
        <p:grpSpPr>
          <a:xfrm rot="5400000">
            <a:off x="4545576" y="2087272"/>
            <a:ext cx="4483579" cy="3134587"/>
            <a:chOff x="2070340" y="2584690"/>
            <a:chExt cx="4483579" cy="3134587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8601F81-6475-59CD-1EEE-9136B01F2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70340" y="2584690"/>
              <a:ext cx="4483579" cy="313458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83020A-9441-7971-5D59-B5C09D5178EB}"/>
                </a:ext>
              </a:extLst>
            </p:cNvPr>
            <p:cNvSpPr txBox="1"/>
            <p:nvPr/>
          </p:nvSpPr>
          <p:spPr>
            <a:xfrm rot="16200000">
              <a:off x="2848355" y="4230978"/>
              <a:ext cx="349135" cy="176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spAutoFit/>
            </a:bodyPr>
            <a:lstStyle/>
            <a:p>
              <a:pPr defTabSz="171450" latinLnBrk="0" hangingPunct="0"/>
              <a:r>
                <a:rPr lang="en-US" altLang="ko-KR" sz="900" b="1" dirty="0">
                  <a:solidFill>
                    <a:srgbClr val="0033CC"/>
                  </a:solidFill>
                  <a:sym typeface="Helvetica"/>
                </a:rPr>
                <a:t>RO-1</a:t>
              </a:r>
              <a:endParaRPr lang="ko-KR" altLang="en-US" sz="900" b="1" dirty="0">
                <a:solidFill>
                  <a:srgbClr val="0033CC"/>
                </a:solidFill>
                <a:sym typeface="Helvetic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B16F0A6-C7A6-C102-7F91-1E662C26E766}"/>
                </a:ext>
              </a:extLst>
            </p:cNvPr>
            <p:cNvSpPr txBox="1"/>
            <p:nvPr/>
          </p:nvSpPr>
          <p:spPr>
            <a:xfrm rot="16200000">
              <a:off x="5512650" y="4261672"/>
              <a:ext cx="349135" cy="176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spAutoFit/>
            </a:bodyPr>
            <a:lstStyle/>
            <a:p>
              <a:pPr defTabSz="171450" latinLnBrk="0" hangingPunct="0"/>
              <a:r>
                <a:rPr lang="en-US" altLang="ko-KR" sz="900" b="1" dirty="0">
                  <a:solidFill>
                    <a:srgbClr val="0033CC"/>
                  </a:solidFill>
                  <a:sym typeface="Helvetica"/>
                </a:rPr>
                <a:t>RO-2</a:t>
              </a:r>
              <a:endParaRPr lang="ko-KR" altLang="en-US" sz="900" b="1" dirty="0">
                <a:solidFill>
                  <a:srgbClr val="0033CC"/>
                </a:solidFill>
                <a:sym typeface="Helvetic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D491D99-84A6-D26E-719B-A36DAB3CB53A}"/>
                </a:ext>
              </a:extLst>
            </p:cNvPr>
            <p:cNvSpPr txBox="1"/>
            <p:nvPr/>
          </p:nvSpPr>
          <p:spPr>
            <a:xfrm rot="16200000">
              <a:off x="4208115" y="3295984"/>
              <a:ext cx="349135" cy="176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9050" tIns="19050" rIns="19050" bIns="19050" numCol="1" spcCol="38100" rtlCol="0" anchor="ctr">
              <a:spAutoFit/>
            </a:bodyPr>
            <a:lstStyle/>
            <a:p>
              <a:pPr defTabSz="171450" latinLnBrk="0" hangingPunct="0"/>
              <a:r>
                <a:rPr lang="en-US" altLang="ko-KR" sz="900" b="1" dirty="0">
                  <a:solidFill>
                    <a:srgbClr val="0033CC"/>
                  </a:solidFill>
                  <a:sym typeface="Helvetica"/>
                </a:rPr>
                <a:t>Gate</a:t>
              </a:r>
              <a:endParaRPr lang="ko-KR" altLang="en-US" sz="900" b="1" dirty="0">
                <a:solidFill>
                  <a:srgbClr val="0033CC"/>
                </a:solidFill>
                <a:sym typeface="Helvetica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CF72A10-C948-0471-A2A7-D9C6E8AC76A2}"/>
              </a:ext>
            </a:extLst>
          </p:cNvPr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Panel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9DDCC-AC5D-6F54-ED91-1B2D9A32FEF0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30834-CDC1-43BA-4232-23AB8C5AF5A7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0E91D-D972-6530-71DC-07ABE920ACA1}"/>
              </a:ext>
            </a:extLst>
          </p:cNvPr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485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Panel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F88639A-3A0E-EB17-EFA9-D42077A5FEBE}"/>
              </a:ext>
            </a:extLst>
          </p:cNvPr>
          <p:cNvSpPr/>
          <p:nvPr/>
        </p:nvSpPr>
        <p:spPr>
          <a:xfrm>
            <a:off x="2722393" y="1315110"/>
            <a:ext cx="3931813" cy="3117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71BA428-56E4-32CF-02AC-29F8F41F91CB}"/>
              </a:ext>
            </a:extLst>
          </p:cNvPr>
          <p:cNvCxnSpPr>
            <a:cxnSpLocks/>
            <a:stCxn id="7" idx="0"/>
            <a:endCxn id="7" idx="2"/>
          </p:cNvCxnSpPr>
          <p:nvPr/>
        </p:nvCxnSpPr>
        <p:spPr>
          <a:xfrm>
            <a:off x="4688300" y="1315110"/>
            <a:ext cx="0" cy="3117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3F6F57D-CD59-D96D-B5CF-DAC5D763EDB1}"/>
              </a:ext>
            </a:extLst>
          </p:cNvPr>
          <p:cNvCxnSpPr>
            <a:cxnSpLocks/>
          </p:cNvCxnSpPr>
          <p:nvPr/>
        </p:nvCxnSpPr>
        <p:spPr>
          <a:xfrm>
            <a:off x="2722393" y="1212195"/>
            <a:ext cx="0" cy="3374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80B9933-366A-E68D-4F8F-A4F5D6145DF3}"/>
              </a:ext>
            </a:extLst>
          </p:cNvPr>
          <p:cNvCxnSpPr>
            <a:cxnSpLocks/>
          </p:cNvCxnSpPr>
          <p:nvPr/>
        </p:nvCxnSpPr>
        <p:spPr>
          <a:xfrm>
            <a:off x="6654206" y="1205555"/>
            <a:ext cx="0" cy="3389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5E0DB43-2A08-B756-E34C-6E1AB04DDD6D}"/>
              </a:ext>
            </a:extLst>
          </p:cNvPr>
          <p:cNvCxnSpPr>
            <a:cxnSpLocks/>
          </p:cNvCxnSpPr>
          <p:nvPr/>
        </p:nvCxnSpPr>
        <p:spPr>
          <a:xfrm flipH="1">
            <a:off x="2371338" y="1309256"/>
            <a:ext cx="46339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C5A334B-065B-238F-F503-CC923A26DF86}"/>
              </a:ext>
            </a:extLst>
          </p:cNvPr>
          <p:cNvCxnSpPr>
            <a:cxnSpLocks/>
          </p:cNvCxnSpPr>
          <p:nvPr/>
        </p:nvCxnSpPr>
        <p:spPr>
          <a:xfrm flipH="1">
            <a:off x="2371338" y="4422210"/>
            <a:ext cx="46339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FF0FE28-126D-7C3A-CFFB-E9D87D0FDCDF}"/>
              </a:ext>
            </a:extLst>
          </p:cNvPr>
          <p:cNvCxnSpPr>
            <a:cxnSpLocks/>
          </p:cNvCxnSpPr>
          <p:nvPr/>
        </p:nvCxnSpPr>
        <p:spPr>
          <a:xfrm flipH="1">
            <a:off x="2722393" y="1212195"/>
            <a:ext cx="3931813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8634C60-BC52-3B2E-CA8A-7DA431D57491}"/>
              </a:ext>
            </a:extLst>
          </p:cNvPr>
          <p:cNvSpPr txBox="1"/>
          <p:nvPr/>
        </p:nvSpPr>
        <p:spPr>
          <a:xfrm>
            <a:off x="4098272" y="980728"/>
            <a:ext cx="11800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43cm</a:t>
            </a:r>
            <a:endParaRPr lang="ko-KR" altLang="en-US" sz="11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E3B3F-45EA-9663-448F-964393E379C5}"/>
              </a:ext>
            </a:extLst>
          </p:cNvPr>
          <p:cNvSpPr txBox="1"/>
          <p:nvPr/>
        </p:nvSpPr>
        <p:spPr>
          <a:xfrm rot="16200000">
            <a:off x="4052641" y="3054448"/>
            <a:ext cx="10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43cm</a:t>
            </a:r>
            <a:endParaRPr lang="ko-KR" altLang="en-US" sz="1100" dirty="0"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105C6A6-339D-F6CF-F51D-A67F0E3291BA}"/>
              </a:ext>
            </a:extLst>
          </p:cNvPr>
          <p:cNvSpPr/>
          <p:nvPr/>
        </p:nvSpPr>
        <p:spPr>
          <a:xfrm rot="16200000">
            <a:off x="1089800" y="2808777"/>
            <a:ext cx="3028749" cy="1311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+mn-ea"/>
              </a:rPr>
              <a:t>ROIC x 12EA</a:t>
            </a:r>
            <a:endParaRPr lang="ko-KR" altLang="en-US" sz="1100" dirty="0">
              <a:latin typeface="+mn-ea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1C0DF0E-38DB-C0A6-1810-3B44525FE24F}"/>
              </a:ext>
            </a:extLst>
          </p:cNvPr>
          <p:cNvGrpSpPr/>
          <p:nvPr/>
        </p:nvGrpSpPr>
        <p:grpSpPr>
          <a:xfrm>
            <a:off x="2775054" y="4449412"/>
            <a:ext cx="1860586" cy="126674"/>
            <a:chOff x="1289053" y="5550394"/>
            <a:chExt cx="2019295" cy="156069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35B19F79-1AAA-C541-080F-B27AD2443467}"/>
                </a:ext>
              </a:extLst>
            </p:cNvPr>
            <p:cNvSpPr/>
            <p:nvPr/>
          </p:nvSpPr>
          <p:spPr>
            <a:xfrm>
              <a:off x="1289053" y="5550394"/>
              <a:ext cx="654048" cy="1555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GATE</a:t>
              </a:r>
              <a:endParaRPr lang="ko-KR" altLang="en-US" sz="1100" dirty="0">
                <a:latin typeface="+mn-ea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96C3DB0-13B1-4B2E-9183-703FC60EC4CE}"/>
                </a:ext>
              </a:extLst>
            </p:cNvPr>
            <p:cNvSpPr/>
            <p:nvPr/>
          </p:nvSpPr>
          <p:spPr>
            <a:xfrm>
              <a:off x="2654299" y="5550888"/>
              <a:ext cx="654049" cy="1555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GATE</a:t>
              </a:r>
              <a:endParaRPr lang="ko-KR" altLang="en-US" sz="1100" dirty="0">
                <a:latin typeface="+mn-ea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71B2E05-175C-CD54-74A5-E99CE02D4638}"/>
                </a:ext>
              </a:extLst>
            </p:cNvPr>
            <p:cNvSpPr/>
            <p:nvPr/>
          </p:nvSpPr>
          <p:spPr>
            <a:xfrm>
              <a:off x="1971676" y="5550394"/>
              <a:ext cx="654048" cy="1555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GATE</a:t>
              </a:r>
              <a:endParaRPr lang="ko-KR" altLang="en-US" sz="1100" dirty="0">
                <a:latin typeface="+mn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C2E912B-0A65-B209-02F1-D12CB0D4379C}"/>
              </a:ext>
            </a:extLst>
          </p:cNvPr>
          <p:cNvGrpSpPr/>
          <p:nvPr/>
        </p:nvGrpSpPr>
        <p:grpSpPr>
          <a:xfrm>
            <a:off x="4730431" y="4449011"/>
            <a:ext cx="1860586" cy="126674"/>
            <a:chOff x="1289053" y="5550394"/>
            <a:chExt cx="2019295" cy="15606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5FC28446-B1B5-EBFF-6DC8-6538F60BB00F}"/>
                </a:ext>
              </a:extLst>
            </p:cNvPr>
            <p:cNvSpPr/>
            <p:nvPr/>
          </p:nvSpPr>
          <p:spPr>
            <a:xfrm>
              <a:off x="1289053" y="5550394"/>
              <a:ext cx="654048" cy="1555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GATE</a:t>
              </a:r>
              <a:endParaRPr lang="ko-KR" altLang="en-US" sz="1100" dirty="0">
                <a:latin typeface="+mn-ea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DD00C5BF-2CF9-351B-ABB9-A10CC239F3AA}"/>
                </a:ext>
              </a:extLst>
            </p:cNvPr>
            <p:cNvSpPr/>
            <p:nvPr/>
          </p:nvSpPr>
          <p:spPr>
            <a:xfrm>
              <a:off x="2654299" y="5550888"/>
              <a:ext cx="654049" cy="1555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GATE</a:t>
              </a:r>
              <a:endParaRPr lang="ko-KR" altLang="en-US" sz="1100" dirty="0">
                <a:latin typeface="+mn-ea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76FE29A1-335E-2578-8368-684F66F85CAE}"/>
                </a:ext>
              </a:extLst>
            </p:cNvPr>
            <p:cNvSpPr/>
            <p:nvPr/>
          </p:nvSpPr>
          <p:spPr>
            <a:xfrm>
              <a:off x="1971676" y="5550394"/>
              <a:ext cx="654048" cy="15557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latin typeface="+mn-ea"/>
                </a:rPr>
                <a:t>GATE</a:t>
              </a:r>
              <a:endParaRPr lang="ko-KR" altLang="en-US" sz="1100" dirty="0">
                <a:latin typeface="+mn-ea"/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E26C711-6B27-87E2-270D-201A10A6FC34}"/>
              </a:ext>
            </a:extLst>
          </p:cNvPr>
          <p:cNvSpPr/>
          <p:nvPr/>
        </p:nvSpPr>
        <p:spPr>
          <a:xfrm rot="5400000">
            <a:off x="5248915" y="2789649"/>
            <a:ext cx="3045953" cy="1521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+mn-ea"/>
              </a:rPr>
              <a:t>ROIC x 12EA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444260-9229-C007-7449-637899DC8E97}"/>
              </a:ext>
            </a:extLst>
          </p:cNvPr>
          <p:cNvSpPr txBox="1"/>
          <p:nvPr/>
        </p:nvSpPr>
        <p:spPr>
          <a:xfrm>
            <a:off x="5368124" y="3909840"/>
            <a:ext cx="11800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+mn-ea"/>
              </a:rPr>
              <a:t>140um</a:t>
            </a:r>
          </a:p>
          <a:p>
            <a:pPr algn="ctr"/>
            <a:r>
              <a:rPr lang="en-US" altLang="ko-KR" sz="1100" dirty="0">
                <a:latin typeface="+mn-ea"/>
              </a:rPr>
              <a:t>3072 </a:t>
            </a:r>
            <a:r>
              <a:rPr lang="en-US" altLang="ko-KR" sz="1100">
                <a:latin typeface="+mn-ea"/>
              </a:rPr>
              <a:t>x 3072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40BE02-1C9F-F380-6847-A2A1F0BB7CA1}"/>
              </a:ext>
            </a:extLst>
          </p:cNvPr>
          <p:cNvSpPr/>
          <p:nvPr/>
        </p:nvSpPr>
        <p:spPr>
          <a:xfrm>
            <a:off x="2722393" y="4691971"/>
            <a:ext cx="3931813" cy="43116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Gate Interface PBA</a:t>
            </a:r>
            <a:endParaRPr lang="ko-KR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3AB6019-2A25-7B57-4E69-A39941E851D2}"/>
              </a:ext>
            </a:extLst>
          </p:cNvPr>
          <p:cNvSpPr/>
          <p:nvPr/>
        </p:nvSpPr>
        <p:spPr>
          <a:xfrm rot="5400000">
            <a:off x="5969073" y="2634857"/>
            <a:ext cx="2401757" cy="4894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ROIC Interface PBA</a:t>
            </a:r>
            <a:endParaRPr lang="ko-KR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041E95-22D0-9B45-938C-46C2C19400F1}"/>
              </a:ext>
            </a:extLst>
          </p:cNvPr>
          <p:cNvSpPr/>
          <p:nvPr/>
        </p:nvSpPr>
        <p:spPr>
          <a:xfrm rot="16200000">
            <a:off x="987295" y="2671803"/>
            <a:ext cx="2401757" cy="48946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ROIC Interface PBA</a:t>
            </a:r>
            <a:endParaRPr lang="ko-KR" altLang="en-US" sz="16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DD1CF8A-E097-B1A5-F84F-230A33909F1F}"/>
              </a:ext>
            </a:extLst>
          </p:cNvPr>
          <p:cNvCxnSpPr>
            <a:cxnSpLocks/>
          </p:cNvCxnSpPr>
          <p:nvPr/>
        </p:nvCxnSpPr>
        <p:spPr>
          <a:xfrm flipV="1">
            <a:off x="6509949" y="5217820"/>
            <a:ext cx="0" cy="492206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F5154305-5CBD-013D-556C-46E4BDE8FF2C}"/>
              </a:ext>
            </a:extLst>
          </p:cNvPr>
          <p:cNvCxnSpPr>
            <a:cxnSpLocks/>
          </p:cNvCxnSpPr>
          <p:nvPr/>
        </p:nvCxnSpPr>
        <p:spPr>
          <a:xfrm flipV="1">
            <a:off x="4845949" y="5217820"/>
            <a:ext cx="0" cy="492206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DF82D80-3C5C-12D0-144C-55E4D03B0051}"/>
              </a:ext>
            </a:extLst>
          </p:cNvPr>
          <p:cNvCxnSpPr>
            <a:cxnSpLocks/>
          </p:cNvCxnSpPr>
          <p:nvPr/>
        </p:nvCxnSpPr>
        <p:spPr>
          <a:xfrm flipV="1">
            <a:off x="4540532" y="5217820"/>
            <a:ext cx="0" cy="492206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C5C8D22-7FBE-E5E4-669A-2D5AE5F74D13}"/>
              </a:ext>
            </a:extLst>
          </p:cNvPr>
          <p:cNvCxnSpPr>
            <a:cxnSpLocks/>
          </p:cNvCxnSpPr>
          <p:nvPr/>
        </p:nvCxnSpPr>
        <p:spPr>
          <a:xfrm flipV="1">
            <a:off x="2876532" y="5217820"/>
            <a:ext cx="0" cy="492206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55A0B83-9E5A-0CBC-CE3A-B12407C7DECF}"/>
              </a:ext>
            </a:extLst>
          </p:cNvPr>
          <p:cNvSpPr txBox="1"/>
          <p:nvPr/>
        </p:nvSpPr>
        <p:spPr>
          <a:xfrm rot="16200000">
            <a:off x="5851791" y="5333117"/>
            <a:ext cx="10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err="1">
                <a:latin typeface="+mn-ea"/>
              </a:rPr>
              <a:t>Start_end</a:t>
            </a:r>
            <a:r>
              <a:rPr lang="en-US" altLang="ko-KR" sz="1100" dirty="0">
                <a:latin typeface="+mn-ea"/>
              </a:rPr>
              <a:t> #1</a:t>
            </a:r>
            <a:endParaRPr lang="ko-KR" altLang="en-US" sz="1100" dirty="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75B6E4-3FA9-387B-71FE-DA1E6EC35684}"/>
              </a:ext>
            </a:extLst>
          </p:cNvPr>
          <p:cNvSpPr txBox="1"/>
          <p:nvPr/>
        </p:nvSpPr>
        <p:spPr>
          <a:xfrm rot="16200000">
            <a:off x="3865729" y="5326270"/>
            <a:ext cx="10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err="1">
                <a:latin typeface="+mn-ea"/>
              </a:rPr>
              <a:t>Start_end</a:t>
            </a:r>
            <a:r>
              <a:rPr lang="en-US" altLang="ko-KR" sz="1100" dirty="0">
                <a:latin typeface="+mn-ea"/>
              </a:rPr>
              <a:t> #2</a:t>
            </a:r>
            <a:endParaRPr lang="ko-KR" altLang="en-US" sz="110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2BDCEA-A13D-B255-86AF-E40DA51E12B0}"/>
              </a:ext>
            </a:extLst>
          </p:cNvPr>
          <p:cNvSpPr txBox="1"/>
          <p:nvPr/>
        </p:nvSpPr>
        <p:spPr>
          <a:xfrm rot="16200000">
            <a:off x="4444441" y="5333116"/>
            <a:ext cx="10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err="1">
                <a:latin typeface="+mn-ea"/>
              </a:rPr>
              <a:t>End_start</a:t>
            </a:r>
            <a:r>
              <a:rPr lang="en-US" altLang="ko-KR" sz="1100" dirty="0">
                <a:latin typeface="+mn-ea"/>
              </a:rPr>
              <a:t> #1</a:t>
            </a:r>
            <a:endParaRPr lang="ko-KR" altLang="en-US" sz="110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FE0CAB-2916-238E-F3E2-5A36A907E3DF}"/>
              </a:ext>
            </a:extLst>
          </p:cNvPr>
          <p:cNvSpPr txBox="1"/>
          <p:nvPr/>
        </p:nvSpPr>
        <p:spPr>
          <a:xfrm rot="16200000">
            <a:off x="2223772" y="5326269"/>
            <a:ext cx="1039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err="1">
                <a:latin typeface="+mn-ea"/>
              </a:rPr>
              <a:t>End_start</a:t>
            </a:r>
            <a:r>
              <a:rPr lang="en-US" altLang="ko-KR" sz="1100" dirty="0">
                <a:latin typeface="+mn-ea"/>
              </a:rPr>
              <a:t> #2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E510398-4225-298B-545E-A8404DC9DE08}"/>
              </a:ext>
            </a:extLst>
          </p:cNvPr>
          <p:cNvCxnSpPr/>
          <p:nvPr/>
        </p:nvCxnSpPr>
        <p:spPr>
          <a:xfrm flipH="1">
            <a:off x="4950684" y="5983669"/>
            <a:ext cx="1559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321EF46-712B-5B2E-B726-4DAF424B350D}"/>
              </a:ext>
            </a:extLst>
          </p:cNvPr>
          <p:cNvCxnSpPr/>
          <p:nvPr/>
        </p:nvCxnSpPr>
        <p:spPr>
          <a:xfrm flipH="1">
            <a:off x="2953827" y="5983669"/>
            <a:ext cx="1559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F39DFE97-36B4-1821-9B1E-F36CA0E0A50B}"/>
              </a:ext>
            </a:extLst>
          </p:cNvPr>
          <p:cNvCxnSpPr/>
          <p:nvPr/>
        </p:nvCxnSpPr>
        <p:spPr>
          <a:xfrm flipH="1">
            <a:off x="4950684" y="6127980"/>
            <a:ext cx="155926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24AC25F-3182-3504-1784-7C1B35682139}"/>
              </a:ext>
            </a:extLst>
          </p:cNvPr>
          <p:cNvCxnSpPr/>
          <p:nvPr/>
        </p:nvCxnSpPr>
        <p:spPr>
          <a:xfrm flipH="1">
            <a:off x="2953827" y="6127980"/>
            <a:ext cx="155926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5F536BA-F296-1476-3F8B-9EA679B9F29C}"/>
              </a:ext>
            </a:extLst>
          </p:cNvPr>
          <p:cNvCxnSpPr/>
          <p:nvPr/>
        </p:nvCxnSpPr>
        <p:spPr>
          <a:xfrm flipH="1">
            <a:off x="4950684" y="6282600"/>
            <a:ext cx="1559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9C9506A-7781-A5F5-D6CA-E622B981477C}"/>
              </a:ext>
            </a:extLst>
          </p:cNvPr>
          <p:cNvCxnSpPr/>
          <p:nvPr/>
        </p:nvCxnSpPr>
        <p:spPr>
          <a:xfrm flipH="1">
            <a:off x="2953827" y="6282600"/>
            <a:ext cx="155926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702EF04-1D79-034D-1E5B-6EBFDAAA21CD}"/>
              </a:ext>
            </a:extLst>
          </p:cNvPr>
          <p:cNvSpPr txBox="1"/>
          <p:nvPr/>
        </p:nvSpPr>
        <p:spPr>
          <a:xfrm>
            <a:off x="1881643" y="6015567"/>
            <a:ext cx="11520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Scan Direction</a:t>
            </a:r>
            <a:endParaRPr lang="ko-KR" altLang="en-US" sz="11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65D076-6F3E-FA60-7B4D-5ECAB72BC83F}"/>
              </a:ext>
            </a:extLst>
          </p:cNvPr>
          <p:cNvSpPr txBox="1"/>
          <p:nvPr/>
        </p:nvSpPr>
        <p:spPr>
          <a:xfrm>
            <a:off x="4051469" y="2457313"/>
            <a:ext cx="11800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1" dirty="0">
                <a:latin typeface="+mn-ea"/>
              </a:rPr>
              <a:t>Sensor Panel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2D0D05-F998-DFE9-C7DA-B941F9DCC3B0}"/>
              </a:ext>
            </a:extLst>
          </p:cNvPr>
          <p:cNvSpPr txBox="1"/>
          <p:nvPr/>
        </p:nvSpPr>
        <p:spPr>
          <a:xfrm>
            <a:off x="179512" y="746385"/>
            <a:ext cx="889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latin typeface="+mn-ea"/>
              </a:rPr>
              <a:t>4343 panel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A50C20-4E1C-EE83-A830-3F57B9CBEBB4}"/>
              </a:ext>
            </a:extLst>
          </p:cNvPr>
          <p:cNvSpPr/>
          <p:nvPr/>
        </p:nvSpPr>
        <p:spPr>
          <a:xfrm>
            <a:off x="15795" y="5241200"/>
            <a:ext cx="31452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ko-KR" sz="1200" dirty="0"/>
              <a:t>ROIC, ADI : AD71124</a:t>
            </a:r>
          </a:p>
          <a:p>
            <a:r>
              <a:rPr lang="it-IT" altLang="ko-KR" sz="1200" dirty="0"/>
              <a:t>Gate  </a:t>
            </a:r>
          </a:p>
          <a:p>
            <a:r>
              <a:rPr lang="it-IT" altLang="ko-KR" sz="1200" dirty="0"/>
              <a:t>Novatek : NT39565DH-C5157A/A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3357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Panel interface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" name="그림 1">
            <a:extLst>
              <a:ext uri="{FF2B5EF4-FFF2-40B4-BE49-F238E27FC236}">
                <a16:creationId xmlns:a16="http://schemas.microsoft.com/office/drawing/2014/main" id="{C7CFD892-A654-996B-9F72-CFEAC639F3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33" y="1484784"/>
            <a:ext cx="429577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 도형 8">
            <a:extLst>
              <a:ext uri="{FF2B5EF4-FFF2-40B4-BE49-F238E27FC236}">
                <a16:creationId xmlns:a16="http://schemas.microsoft.com/office/drawing/2014/main" id="{3EF1CE28-8961-0E24-460F-3F5B7CFDA534}"/>
              </a:ext>
            </a:extLst>
          </p:cNvPr>
          <p:cNvSpPr/>
          <p:nvPr/>
        </p:nvSpPr>
        <p:spPr>
          <a:xfrm rot="10800000" flipH="1">
            <a:off x="5038402" y="2407547"/>
            <a:ext cx="2432050" cy="1943100"/>
          </a:xfrm>
          <a:prstGeom prst="corner">
            <a:avLst>
              <a:gd name="adj1" fmla="val 37467"/>
              <a:gd name="adj2" fmla="val 36952"/>
            </a:avLst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E921D2-58DC-767D-58CD-15FC6A3AE295}"/>
              </a:ext>
            </a:extLst>
          </p:cNvPr>
          <p:cNvSpPr/>
          <p:nvPr/>
        </p:nvSpPr>
        <p:spPr>
          <a:xfrm>
            <a:off x="5877396" y="3250616"/>
            <a:ext cx="2132012" cy="143677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+mn-ea"/>
              </a:rPr>
              <a:t>Sensor</a:t>
            </a:r>
          </a:p>
          <a:p>
            <a:pPr algn="ctr"/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+mn-ea"/>
              </a:rPr>
              <a:t>(CMOS,TFT)</a:t>
            </a:r>
            <a:endParaRPr lang="ko-KR" altLang="en-US" sz="1600" dirty="0">
              <a:solidFill>
                <a:schemeClr val="bg2">
                  <a:lumMod val="10000"/>
                </a:schemeClr>
              </a:solidFill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24EF10D-38D0-C256-A0E0-B600E1EB89C0}"/>
              </a:ext>
            </a:extLst>
          </p:cNvPr>
          <p:cNvGrpSpPr/>
          <p:nvPr/>
        </p:nvGrpSpPr>
        <p:grpSpPr>
          <a:xfrm>
            <a:off x="5117591" y="4437112"/>
            <a:ext cx="1795379" cy="1103727"/>
            <a:chOff x="1905000" y="3476625"/>
            <a:chExt cx="2006600" cy="1103727"/>
          </a:xfrm>
        </p:grpSpPr>
        <p:sp>
          <p:nvSpPr>
            <p:cNvPr id="12" name="화살표: 위로 굽음 11">
              <a:extLst>
                <a:ext uri="{FF2B5EF4-FFF2-40B4-BE49-F238E27FC236}">
                  <a16:creationId xmlns:a16="http://schemas.microsoft.com/office/drawing/2014/main" id="{4D57958C-8F2B-6FFA-886D-9B3B064F61FE}"/>
                </a:ext>
              </a:extLst>
            </p:cNvPr>
            <p:cNvSpPr/>
            <p:nvPr/>
          </p:nvSpPr>
          <p:spPr>
            <a:xfrm flipH="1">
              <a:off x="1905000" y="3476625"/>
              <a:ext cx="1823944" cy="609600"/>
            </a:xfrm>
            <a:prstGeom prst="bentUpArrow">
              <a:avLst>
                <a:gd name="adj1" fmla="val 33333"/>
                <a:gd name="adj2" fmla="val 47917"/>
                <a:gd name="adj3" fmla="val 25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755299A-23D7-3992-E935-1A8E1CC19BBA}"/>
                </a:ext>
              </a:extLst>
            </p:cNvPr>
            <p:cNvSpPr txBox="1"/>
            <p:nvPr/>
          </p:nvSpPr>
          <p:spPr>
            <a:xfrm>
              <a:off x="2539999" y="4118687"/>
              <a:ext cx="137160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</a:rPr>
                <a:t>Gate Driving</a:t>
              </a:r>
            </a:p>
            <a:p>
              <a:pPr algn="ctr"/>
              <a:r>
                <a:rPr lang="en-US" altLang="ko-KR" sz="1200" dirty="0">
                  <a:latin typeface="+mn-ea"/>
                </a:rPr>
                <a:t>from FPGA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C5F86F-E79C-D373-DE06-2D2507BDFE22}"/>
              </a:ext>
            </a:extLst>
          </p:cNvPr>
          <p:cNvGrpSpPr/>
          <p:nvPr/>
        </p:nvGrpSpPr>
        <p:grpSpPr>
          <a:xfrm>
            <a:off x="7230742" y="2347229"/>
            <a:ext cx="1371601" cy="835237"/>
            <a:chOff x="3468690" y="-367139"/>
            <a:chExt cx="1371601" cy="835237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6AFA6A6E-7E2F-3892-2A2F-D44D8B1F81E9}"/>
                </a:ext>
              </a:extLst>
            </p:cNvPr>
            <p:cNvSpPr/>
            <p:nvPr/>
          </p:nvSpPr>
          <p:spPr>
            <a:xfrm>
              <a:off x="3786191" y="-8152"/>
              <a:ext cx="736600" cy="476250"/>
            </a:xfrm>
            <a:prstGeom prst="right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AA5FD47-CE66-43FD-C719-A91238CBB332}"/>
                </a:ext>
              </a:extLst>
            </p:cNvPr>
            <p:cNvSpPr txBox="1"/>
            <p:nvPr/>
          </p:nvSpPr>
          <p:spPr>
            <a:xfrm>
              <a:off x="3468690" y="-367139"/>
              <a:ext cx="137160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Read out Data</a:t>
              </a:r>
            </a:p>
            <a:p>
              <a:pPr algn="ctr"/>
              <a:r>
                <a:rPr lang="en-US" altLang="ko-KR" sz="1000" dirty="0">
                  <a:latin typeface="+mn-ea"/>
                </a:rPr>
                <a:t>to FPGA</a:t>
              </a:r>
              <a:endParaRPr lang="ko-KR" altLang="en-US" sz="1000" dirty="0">
                <a:latin typeface="+mn-ea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AAF4CC1-217F-3573-267C-A812F5BEB464}"/>
              </a:ext>
            </a:extLst>
          </p:cNvPr>
          <p:cNvSpPr txBox="1"/>
          <p:nvPr/>
        </p:nvSpPr>
        <p:spPr>
          <a:xfrm>
            <a:off x="4932040" y="1892297"/>
            <a:ext cx="27082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u="sng" dirty="0">
                <a:latin typeface="+mn-ea"/>
              </a:rPr>
              <a:t>Read out data parsing </a:t>
            </a:r>
            <a:r>
              <a:rPr lang="ko-KR" altLang="en-US" sz="1100" u="sng" dirty="0">
                <a:latin typeface="+mn-ea"/>
              </a:rPr>
              <a:t>알고리즘 설계</a:t>
            </a:r>
            <a:endParaRPr lang="en-US" sz="1100" u="sng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30194F-269B-35F4-330D-608FD600DCFF}"/>
              </a:ext>
            </a:extLst>
          </p:cNvPr>
          <p:cNvSpPr txBox="1"/>
          <p:nvPr/>
        </p:nvSpPr>
        <p:spPr>
          <a:xfrm>
            <a:off x="5130613" y="2633760"/>
            <a:ext cx="1619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chemeClr val="bg2">
                    <a:lumMod val="10000"/>
                  </a:schemeClr>
                </a:solidFill>
                <a:latin typeface="+mn-ea"/>
              </a:rPr>
              <a:t> Front End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696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D265AB3-4A96-4878-6B80-F66AB043F8BF}"/>
              </a:ext>
            </a:extLst>
          </p:cNvPr>
          <p:cNvCxnSpPr/>
          <p:nvPr/>
        </p:nvCxnSpPr>
        <p:spPr>
          <a:xfrm>
            <a:off x="6812766" y="1255814"/>
            <a:ext cx="0" cy="4893419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F237D0F-161B-4D81-5E58-DD25AA2DEC70}"/>
              </a:ext>
            </a:extLst>
          </p:cNvPr>
          <p:cNvSpPr/>
          <p:nvPr/>
        </p:nvSpPr>
        <p:spPr>
          <a:xfrm>
            <a:off x="1726836" y="1526981"/>
            <a:ext cx="4181862" cy="462225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F9F4580-061D-35F3-0212-0516CF299170}"/>
              </a:ext>
            </a:extLst>
          </p:cNvPr>
          <p:cNvCxnSpPr>
            <a:cxnSpLocks/>
          </p:cNvCxnSpPr>
          <p:nvPr/>
        </p:nvCxnSpPr>
        <p:spPr>
          <a:xfrm>
            <a:off x="1726836" y="1543052"/>
            <a:ext cx="0" cy="46222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90960AC-0719-71B6-5241-E251D00F6F90}"/>
              </a:ext>
            </a:extLst>
          </p:cNvPr>
          <p:cNvSpPr txBox="1"/>
          <p:nvPr/>
        </p:nvSpPr>
        <p:spPr>
          <a:xfrm>
            <a:off x="1504543" y="3711202"/>
            <a:ext cx="983431" cy="38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200Mhz </a:t>
            </a:r>
          </a:p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(5ns)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F4B29B-F1E4-05FE-585B-ED55DD7839C6}"/>
              </a:ext>
            </a:extLst>
          </p:cNvPr>
          <p:cNvSpPr txBox="1"/>
          <p:nvPr/>
        </p:nvSpPr>
        <p:spPr>
          <a:xfrm>
            <a:off x="2363690" y="3711202"/>
            <a:ext cx="1328467" cy="38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12.5Mhz</a:t>
            </a:r>
          </a:p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16bit , 80ns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6819460-3BDD-0F77-1A0B-D33BB3306360}"/>
              </a:ext>
            </a:extLst>
          </p:cNvPr>
          <p:cNvCxnSpPr>
            <a:cxnSpLocks/>
          </p:cNvCxnSpPr>
          <p:nvPr/>
        </p:nvCxnSpPr>
        <p:spPr>
          <a:xfrm>
            <a:off x="2304720" y="2026085"/>
            <a:ext cx="7161" cy="383453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FABD764-B212-B35A-4BEB-A493D3D126CC}"/>
              </a:ext>
            </a:extLst>
          </p:cNvPr>
          <p:cNvGrpSpPr/>
          <p:nvPr/>
        </p:nvGrpSpPr>
        <p:grpSpPr>
          <a:xfrm>
            <a:off x="513777" y="1758558"/>
            <a:ext cx="5276135" cy="1866720"/>
            <a:chOff x="428625" y="1666874"/>
            <a:chExt cx="6328228" cy="239266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1B08D1D-7534-2DA5-6085-CB2F5FFD35C5}"/>
                </a:ext>
              </a:extLst>
            </p:cNvPr>
            <p:cNvSpPr/>
            <p:nvPr/>
          </p:nvSpPr>
          <p:spPr>
            <a:xfrm>
              <a:off x="2130144" y="1667954"/>
              <a:ext cx="2622829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B305A2C-2D31-91DC-9B10-829CE87E8C22}"/>
                </a:ext>
              </a:extLst>
            </p:cNvPr>
            <p:cNvSpPr/>
            <p:nvPr/>
          </p:nvSpPr>
          <p:spPr>
            <a:xfrm>
              <a:off x="428625" y="1666875"/>
              <a:ext cx="1205007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8" name="화살표: 오각형 17">
              <a:extLst>
                <a:ext uri="{FF2B5EF4-FFF2-40B4-BE49-F238E27FC236}">
                  <a16:creationId xmlns:a16="http://schemas.microsoft.com/office/drawing/2014/main" id="{2110FB01-72F7-8B3D-8795-E25A928F944A}"/>
                </a:ext>
              </a:extLst>
            </p:cNvPr>
            <p:cNvSpPr/>
            <p:nvPr/>
          </p:nvSpPr>
          <p:spPr>
            <a:xfrm flipH="1">
              <a:off x="693335" y="2672862"/>
              <a:ext cx="834013" cy="693336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2">
                      <a:lumMod val="25000"/>
                    </a:schemeClr>
                  </a:solidFill>
                </a:rPr>
                <a:t>ROIC</a:t>
              </a:r>
              <a:endParaRPr lang="ko-KR" altLang="en-US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6CA4083-96FA-D27C-F33F-B156A19668DD}"/>
                </a:ext>
              </a:extLst>
            </p:cNvPr>
            <p:cNvSpPr/>
            <p:nvPr/>
          </p:nvSpPr>
          <p:spPr>
            <a:xfrm>
              <a:off x="2234431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SerDes</a:t>
              </a:r>
              <a:endParaRPr lang="ko-KR" altLang="en-US" sz="1200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85BEF605-DE58-93AC-7C23-7FA8BADA4065}"/>
                </a:ext>
              </a:extLst>
            </p:cNvPr>
            <p:cNvSpPr/>
            <p:nvPr/>
          </p:nvSpPr>
          <p:spPr>
            <a:xfrm>
              <a:off x="3707840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BRAM</a:t>
              </a:r>
              <a:endParaRPr lang="ko-KR" altLang="en-US" sz="1200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F5AED34-1F93-A91A-D472-40E3A5A56BE2}"/>
                </a:ext>
              </a:extLst>
            </p:cNvPr>
            <p:cNvSpPr/>
            <p:nvPr/>
          </p:nvSpPr>
          <p:spPr>
            <a:xfrm>
              <a:off x="5189053" y="1666874"/>
              <a:ext cx="834013" cy="20236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MUX</a:t>
              </a:r>
            </a:p>
            <a:p>
              <a:pPr algn="ctr"/>
              <a:r>
                <a:rPr lang="en-US" altLang="ko-KR" sz="1200" dirty="0"/>
                <a:t>12by1</a:t>
              </a:r>
              <a:endParaRPr lang="ko-KR" altLang="en-US" sz="1200" dirty="0"/>
            </a:p>
          </p:txBody>
        </p:sp>
        <p:sp>
          <p:nvSpPr>
            <p:cNvPr id="22" name="같음 기호 21">
              <a:extLst>
                <a:ext uri="{FF2B5EF4-FFF2-40B4-BE49-F238E27FC236}">
                  <a16:creationId xmlns:a16="http://schemas.microsoft.com/office/drawing/2014/main" id="{C919144D-6B1A-395C-14A6-6CDE1CD4FEB2}"/>
                </a:ext>
              </a:extLst>
            </p:cNvPr>
            <p:cNvSpPr/>
            <p:nvPr/>
          </p:nvSpPr>
          <p:spPr>
            <a:xfrm>
              <a:off x="1421351" y="2720234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3" name="같음 기호 22">
              <a:extLst>
                <a:ext uri="{FF2B5EF4-FFF2-40B4-BE49-F238E27FC236}">
                  <a16:creationId xmlns:a16="http://schemas.microsoft.com/office/drawing/2014/main" id="{1E68854F-C9B8-EEAA-06D2-19CA09E118AC}"/>
                </a:ext>
              </a:extLst>
            </p:cNvPr>
            <p:cNvSpPr/>
            <p:nvPr/>
          </p:nvSpPr>
          <p:spPr>
            <a:xfrm>
              <a:off x="1421351" y="2965297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4" name="같음 기호 23">
              <a:extLst>
                <a:ext uri="{FF2B5EF4-FFF2-40B4-BE49-F238E27FC236}">
                  <a16:creationId xmlns:a16="http://schemas.microsoft.com/office/drawing/2014/main" id="{2C751C91-4CDC-F48F-C4BA-AF96ED369504}"/>
                </a:ext>
              </a:extLst>
            </p:cNvPr>
            <p:cNvSpPr/>
            <p:nvPr/>
          </p:nvSpPr>
          <p:spPr>
            <a:xfrm>
              <a:off x="1421351" y="3132080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CA2F0964-8056-47A4-468B-C8959CE8A476}"/>
                </a:ext>
              </a:extLst>
            </p:cNvPr>
            <p:cNvSpPr/>
            <p:nvPr/>
          </p:nvSpPr>
          <p:spPr>
            <a:xfrm>
              <a:off x="3165230" y="2725429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A8CC24EB-5441-06D7-05FB-1E4BE27F68EC}"/>
                </a:ext>
              </a:extLst>
            </p:cNvPr>
            <p:cNvSpPr/>
            <p:nvPr/>
          </p:nvSpPr>
          <p:spPr>
            <a:xfrm>
              <a:off x="3165230" y="3054962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7" name="화살표: 오른쪽 26">
              <a:extLst>
                <a:ext uri="{FF2B5EF4-FFF2-40B4-BE49-F238E27FC236}">
                  <a16:creationId xmlns:a16="http://schemas.microsoft.com/office/drawing/2014/main" id="{9B5DA25A-D2D7-1977-1B1F-D664714807C9}"/>
                </a:ext>
              </a:extLst>
            </p:cNvPr>
            <p:cNvSpPr/>
            <p:nvPr/>
          </p:nvSpPr>
          <p:spPr>
            <a:xfrm>
              <a:off x="4654556" y="2876226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483E9741-C253-FBCA-02C0-6283B958B00D}"/>
                </a:ext>
              </a:extLst>
            </p:cNvPr>
            <p:cNvSpPr/>
            <p:nvPr/>
          </p:nvSpPr>
          <p:spPr>
            <a:xfrm>
              <a:off x="2597182" y="3366198"/>
              <a:ext cx="222218" cy="6933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93A835-6571-7D9D-8CF1-076B90192722}"/>
                </a:ext>
              </a:extLst>
            </p:cNvPr>
            <p:cNvSpPr txBox="1"/>
            <p:nvPr/>
          </p:nvSpPr>
          <p:spPr>
            <a:xfrm>
              <a:off x="2448095" y="3702327"/>
              <a:ext cx="1593371" cy="312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Header 3 word</a:t>
              </a:r>
              <a:endParaRPr lang="ko-KR" altLang="en-US" sz="8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C129D4B-B385-B500-7A1F-3392623CB30A}"/>
                </a:ext>
              </a:extLst>
            </p:cNvPr>
            <p:cNvSpPr txBox="1"/>
            <p:nvPr/>
          </p:nvSpPr>
          <p:spPr>
            <a:xfrm>
              <a:off x="2576692" y="2402996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Data 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16bit</a:t>
              </a:r>
              <a:endParaRPr lang="ko-KR" altLang="en-US" sz="8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5AD330D-1EC8-F82F-30C0-53CC9D893E31}"/>
                </a:ext>
              </a:extLst>
            </p:cNvPr>
            <p:cNvSpPr txBox="1"/>
            <p:nvPr/>
          </p:nvSpPr>
          <p:spPr>
            <a:xfrm>
              <a:off x="2576692" y="3327163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Data B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16bit</a:t>
              </a:r>
              <a:endParaRPr lang="ko-KR" altLang="en-US" sz="8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2D642DF-C445-500D-919A-4A7CFFA1C21A}"/>
                </a:ext>
              </a:extLst>
            </p:cNvPr>
            <p:cNvSpPr txBox="1"/>
            <p:nvPr/>
          </p:nvSpPr>
          <p:spPr>
            <a:xfrm>
              <a:off x="1144284" y="2456474"/>
              <a:ext cx="1593371" cy="312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DCLK 200MHZ</a:t>
              </a:r>
              <a:endParaRPr lang="ko-KR" altLang="en-US" sz="8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BB7BC52-1A1B-623E-8117-F8BE038F0869}"/>
                </a:ext>
              </a:extLst>
            </p:cNvPr>
            <p:cNvSpPr txBox="1"/>
            <p:nvPr/>
          </p:nvSpPr>
          <p:spPr>
            <a:xfrm>
              <a:off x="1080540" y="3255212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LVDS A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LVDS B</a:t>
              </a:r>
              <a:endParaRPr lang="ko-KR" altLang="en-US" sz="8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6C245FD-F73A-48EA-B0BB-56BAF5FDA03B}"/>
                </a:ext>
              </a:extLst>
            </p:cNvPr>
            <p:cNvSpPr txBox="1"/>
            <p:nvPr/>
          </p:nvSpPr>
          <p:spPr>
            <a:xfrm>
              <a:off x="4161745" y="3163966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RO_DATA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32bit</a:t>
              </a:r>
              <a:endParaRPr lang="ko-KR" altLang="en-US" sz="8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6BFB422-8053-0B17-CD99-9C16F79F0349}"/>
                </a:ext>
              </a:extLst>
            </p:cNvPr>
            <p:cNvSpPr txBox="1"/>
            <p:nvPr/>
          </p:nvSpPr>
          <p:spPr>
            <a:xfrm>
              <a:off x="428625" y="1694330"/>
              <a:ext cx="1179533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TOP</a:t>
              </a:r>
            </a:p>
            <a:p>
              <a:pPr algn="ctr"/>
              <a:r>
                <a:rPr lang="en-US" altLang="ko-KR" sz="800" b="1" dirty="0">
                  <a:latin typeface="+mn-ea"/>
                </a:rPr>
                <a:t>12EA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F20A00A-E3DD-0FCB-0A19-63A755539F04}"/>
                </a:ext>
              </a:extLst>
            </p:cNvPr>
            <p:cNvSpPr txBox="1"/>
            <p:nvPr/>
          </p:nvSpPr>
          <p:spPr>
            <a:xfrm>
              <a:off x="2796489" y="1694328"/>
              <a:ext cx="1179533" cy="312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12EA</a:t>
              </a:r>
            </a:p>
          </p:txBody>
        </p:sp>
        <p:sp>
          <p:nvSpPr>
            <p:cNvPr id="37" name="화살표: 오른쪽 36">
              <a:extLst>
                <a:ext uri="{FF2B5EF4-FFF2-40B4-BE49-F238E27FC236}">
                  <a16:creationId xmlns:a16="http://schemas.microsoft.com/office/drawing/2014/main" id="{0210E0E6-B2B7-81EA-4721-67D8200C1F49}"/>
                </a:ext>
              </a:extLst>
            </p:cNvPr>
            <p:cNvSpPr/>
            <p:nvPr/>
          </p:nvSpPr>
          <p:spPr>
            <a:xfrm>
              <a:off x="6023066" y="3296300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72308DA-EDF6-FEB5-A63B-BB17305D1F75}"/>
                </a:ext>
              </a:extLst>
            </p:cNvPr>
            <p:cNvSpPr txBox="1"/>
            <p:nvPr/>
          </p:nvSpPr>
          <p:spPr>
            <a:xfrm>
              <a:off x="5863433" y="2857858"/>
              <a:ext cx="893420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IN_DATA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32bit</a:t>
              </a:r>
              <a:endParaRPr lang="ko-KR" altLang="en-US" sz="800" dirty="0"/>
            </a:p>
          </p:txBody>
        </p:sp>
        <p:sp>
          <p:nvSpPr>
            <p:cNvPr id="39" name="화살표: 오른쪽 38">
              <a:extLst>
                <a:ext uri="{FF2B5EF4-FFF2-40B4-BE49-F238E27FC236}">
                  <a16:creationId xmlns:a16="http://schemas.microsoft.com/office/drawing/2014/main" id="{2C658B0F-DBF2-5FC5-8D81-E9DE16890161}"/>
                </a:ext>
              </a:extLst>
            </p:cNvPr>
            <p:cNvSpPr/>
            <p:nvPr/>
          </p:nvSpPr>
          <p:spPr>
            <a:xfrm>
              <a:off x="4654556" y="2540172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951DD7B0-FBA7-7A07-A114-4F632ED11049}"/>
                </a:ext>
              </a:extLst>
            </p:cNvPr>
            <p:cNvSpPr/>
            <p:nvPr/>
          </p:nvSpPr>
          <p:spPr>
            <a:xfrm>
              <a:off x="4642928" y="1740641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2D86E18-22A9-7DDA-F4E3-2DFB42CFF448}"/>
              </a:ext>
            </a:extLst>
          </p:cNvPr>
          <p:cNvGrpSpPr/>
          <p:nvPr/>
        </p:nvGrpSpPr>
        <p:grpSpPr>
          <a:xfrm>
            <a:off x="513777" y="4128153"/>
            <a:ext cx="5276135" cy="1866720"/>
            <a:chOff x="428625" y="1666874"/>
            <a:chExt cx="6328228" cy="2392660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1FF80EF-26AA-46F7-B372-C186D72972CB}"/>
                </a:ext>
              </a:extLst>
            </p:cNvPr>
            <p:cNvSpPr/>
            <p:nvPr/>
          </p:nvSpPr>
          <p:spPr>
            <a:xfrm>
              <a:off x="2130144" y="1667954"/>
              <a:ext cx="2622829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AC77DB1-239D-80A3-60E2-AD497ACBDB3B}"/>
                </a:ext>
              </a:extLst>
            </p:cNvPr>
            <p:cNvSpPr/>
            <p:nvPr/>
          </p:nvSpPr>
          <p:spPr>
            <a:xfrm>
              <a:off x="428625" y="1666875"/>
              <a:ext cx="1205007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44" name="화살표: 오각형 43">
              <a:extLst>
                <a:ext uri="{FF2B5EF4-FFF2-40B4-BE49-F238E27FC236}">
                  <a16:creationId xmlns:a16="http://schemas.microsoft.com/office/drawing/2014/main" id="{5B0EA7B8-2CD3-B848-0B63-D3380CD8A389}"/>
                </a:ext>
              </a:extLst>
            </p:cNvPr>
            <p:cNvSpPr/>
            <p:nvPr/>
          </p:nvSpPr>
          <p:spPr>
            <a:xfrm flipH="1">
              <a:off x="693335" y="2672862"/>
              <a:ext cx="834013" cy="693336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2">
                      <a:lumMod val="25000"/>
                    </a:schemeClr>
                  </a:solidFill>
                </a:rPr>
                <a:t>ROIC</a:t>
              </a:r>
              <a:endParaRPr lang="ko-KR" altLang="en-US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EEF371C3-E8D7-589C-2229-74D9017775ED}"/>
                </a:ext>
              </a:extLst>
            </p:cNvPr>
            <p:cNvSpPr/>
            <p:nvPr/>
          </p:nvSpPr>
          <p:spPr>
            <a:xfrm>
              <a:off x="2234431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SerDes</a:t>
              </a:r>
              <a:endParaRPr lang="ko-KR" altLang="en-US" sz="1200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1CF7139C-C543-72B9-B279-C1D267E3E4CE}"/>
                </a:ext>
              </a:extLst>
            </p:cNvPr>
            <p:cNvSpPr/>
            <p:nvPr/>
          </p:nvSpPr>
          <p:spPr>
            <a:xfrm>
              <a:off x="3707840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BRAM</a:t>
              </a:r>
              <a:endParaRPr lang="ko-KR" altLang="en-US" sz="1200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45623DD-0173-1224-5C3D-843BBF9ECE35}"/>
                </a:ext>
              </a:extLst>
            </p:cNvPr>
            <p:cNvSpPr/>
            <p:nvPr/>
          </p:nvSpPr>
          <p:spPr>
            <a:xfrm>
              <a:off x="5189053" y="1666874"/>
              <a:ext cx="834013" cy="20236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MUX</a:t>
              </a:r>
            </a:p>
            <a:p>
              <a:pPr algn="ctr"/>
              <a:r>
                <a:rPr lang="en-US" altLang="ko-KR" sz="1200" dirty="0"/>
                <a:t>12by1</a:t>
              </a:r>
              <a:endParaRPr lang="ko-KR" altLang="en-US" sz="1200" dirty="0"/>
            </a:p>
          </p:txBody>
        </p:sp>
        <p:sp>
          <p:nvSpPr>
            <p:cNvPr id="48" name="같음 기호 47">
              <a:extLst>
                <a:ext uri="{FF2B5EF4-FFF2-40B4-BE49-F238E27FC236}">
                  <a16:creationId xmlns:a16="http://schemas.microsoft.com/office/drawing/2014/main" id="{117BB08D-6461-0459-E8AB-61028B67A744}"/>
                </a:ext>
              </a:extLst>
            </p:cNvPr>
            <p:cNvSpPr/>
            <p:nvPr/>
          </p:nvSpPr>
          <p:spPr>
            <a:xfrm>
              <a:off x="1421351" y="2720234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49" name="같음 기호 48">
              <a:extLst>
                <a:ext uri="{FF2B5EF4-FFF2-40B4-BE49-F238E27FC236}">
                  <a16:creationId xmlns:a16="http://schemas.microsoft.com/office/drawing/2014/main" id="{98C65E86-1CB9-1259-AC1C-D5679D481FD2}"/>
                </a:ext>
              </a:extLst>
            </p:cNvPr>
            <p:cNvSpPr/>
            <p:nvPr/>
          </p:nvSpPr>
          <p:spPr>
            <a:xfrm>
              <a:off x="1421351" y="2965297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0" name="같음 기호 49">
              <a:extLst>
                <a:ext uri="{FF2B5EF4-FFF2-40B4-BE49-F238E27FC236}">
                  <a16:creationId xmlns:a16="http://schemas.microsoft.com/office/drawing/2014/main" id="{F896BAB7-BD49-2391-E725-80F67457AAC7}"/>
                </a:ext>
              </a:extLst>
            </p:cNvPr>
            <p:cNvSpPr/>
            <p:nvPr/>
          </p:nvSpPr>
          <p:spPr>
            <a:xfrm>
              <a:off x="1421351" y="3132080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solidFill>
                  <a:schemeClr val="tx1"/>
                </a:solidFill>
              </a:endParaRPr>
            </a:p>
          </p:txBody>
        </p:sp>
        <p:sp>
          <p:nvSpPr>
            <p:cNvPr id="51" name="화살표: 오른쪽 50">
              <a:extLst>
                <a:ext uri="{FF2B5EF4-FFF2-40B4-BE49-F238E27FC236}">
                  <a16:creationId xmlns:a16="http://schemas.microsoft.com/office/drawing/2014/main" id="{367D27CE-19E7-52DD-7EF1-798A7D8AFB42}"/>
                </a:ext>
              </a:extLst>
            </p:cNvPr>
            <p:cNvSpPr/>
            <p:nvPr/>
          </p:nvSpPr>
          <p:spPr>
            <a:xfrm>
              <a:off x="3165230" y="2725429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0426726D-0475-7960-21DE-6B436F32B4C7}"/>
                </a:ext>
              </a:extLst>
            </p:cNvPr>
            <p:cNvSpPr/>
            <p:nvPr/>
          </p:nvSpPr>
          <p:spPr>
            <a:xfrm>
              <a:off x="3165230" y="3054962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B5287FB0-2049-8990-8B58-CEFDC607F05E}"/>
                </a:ext>
              </a:extLst>
            </p:cNvPr>
            <p:cNvSpPr/>
            <p:nvPr/>
          </p:nvSpPr>
          <p:spPr>
            <a:xfrm>
              <a:off x="4654556" y="2876226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4" name="화살표: 아래쪽 53">
              <a:extLst>
                <a:ext uri="{FF2B5EF4-FFF2-40B4-BE49-F238E27FC236}">
                  <a16:creationId xmlns:a16="http://schemas.microsoft.com/office/drawing/2014/main" id="{3B2E440B-98C4-CEE2-B317-CB57348DD873}"/>
                </a:ext>
              </a:extLst>
            </p:cNvPr>
            <p:cNvSpPr/>
            <p:nvPr/>
          </p:nvSpPr>
          <p:spPr>
            <a:xfrm>
              <a:off x="2597182" y="3366198"/>
              <a:ext cx="222218" cy="6933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9760E76-0430-9E32-E349-283CB957DFFE}"/>
                </a:ext>
              </a:extLst>
            </p:cNvPr>
            <p:cNvSpPr txBox="1"/>
            <p:nvPr/>
          </p:nvSpPr>
          <p:spPr>
            <a:xfrm>
              <a:off x="2448095" y="3702327"/>
              <a:ext cx="1593371" cy="312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Header 3 word</a:t>
              </a:r>
              <a:endParaRPr lang="ko-KR" altLang="en-US" sz="8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C6AD930-ABFF-D539-457F-C8DD0D0FA259}"/>
                </a:ext>
              </a:extLst>
            </p:cNvPr>
            <p:cNvSpPr txBox="1"/>
            <p:nvPr/>
          </p:nvSpPr>
          <p:spPr>
            <a:xfrm>
              <a:off x="2576692" y="2402996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Data 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16bit</a:t>
              </a:r>
              <a:endParaRPr lang="ko-KR" altLang="en-US" sz="8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E5F895E-6F83-F88B-C191-5E423D206523}"/>
                </a:ext>
              </a:extLst>
            </p:cNvPr>
            <p:cNvSpPr txBox="1"/>
            <p:nvPr/>
          </p:nvSpPr>
          <p:spPr>
            <a:xfrm>
              <a:off x="2576692" y="3327163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Data B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16bit</a:t>
              </a:r>
              <a:endParaRPr lang="ko-KR" altLang="en-US" sz="8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5A34212-0545-9520-3BED-6E3D4F28E53A}"/>
                </a:ext>
              </a:extLst>
            </p:cNvPr>
            <p:cNvSpPr txBox="1"/>
            <p:nvPr/>
          </p:nvSpPr>
          <p:spPr>
            <a:xfrm>
              <a:off x="1144284" y="2456474"/>
              <a:ext cx="1593371" cy="312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DCLK 200MHZ</a:t>
              </a:r>
              <a:endParaRPr lang="ko-KR" altLang="en-US" sz="8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ACD5F3-D06F-3CD7-C6DB-7DE58FC34E12}"/>
                </a:ext>
              </a:extLst>
            </p:cNvPr>
            <p:cNvSpPr txBox="1"/>
            <p:nvPr/>
          </p:nvSpPr>
          <p:spPr>
            <a:xfrm>
              <a:off x="1080540" y="3255212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LVDS A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LVDS B</a:t>
              </a:r>
              <a:endParaRPr lang="ko-KR" altLang="en-US" sz="8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61F51B4-F121-C188-1539-4B4E13A96C4E}"/>
                </a:ext>
              </a:extLst>
            </p:cNvPr>
            <p:cNvSpPr txBox="1"/>
            <p:nvPr/>
          </p:nvSpPr>
          <p:spPr>
            <a:xfrm>
              <a:off x="4171270" y="3144916"/>
              <a:ext cx="1593371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RO_DATA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32bit</a:t>
              </a:r>
              <a:endParaRPr lang="ko-KR" altLang="en-US" sz="8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C6FC0F6-DE60-1E34-8D03-6E66F0C86176}"/>
                </a:ext>
              </a:extLst>
            </p:cNvPr>
            <p:cNvSpPr txBox="1"/>
            <p:nvPr/>
          </p:nvSpPr>
          <p:spPr>
            <a:xfrm>
              <a:off x="428625" y="1694330"/>
              <a:ext cx="1179533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BOTTOM</a:t>
              </a:r>
            </a:p>
            <a:p>
              <a:pPr algn="ctr"/>
              <a:r>
                <a:rPr lang="en-US" altLang="ko-KR" sz="800" b="1" dirty="0">
                  <a:latin typeface="+mn-ea"/>
                </a:rPr>
                <a:t>12EA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6B06C0A-E57F-58B1-62EC-158C59556C31}"/>
                </a:ext>
              </a:extLst>
            </p:cNvPr>
            <p:cNvSpPr txBox="1"/>
            <p:nvPr/>
          </p:nvSpPr>
          <p:spPr>
            <a:xfrm>
              <a:off x="2796489" y="1694328"/>
              <a:ext cx="1179533" cy="312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b="1" dirty="0">
                  <a:latin typeface="+mn-ea"/>
                </a:rPr>
                <a:t>12EA</a:t>
              </a:r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DF8E4A3A-1D10-7AC3-DF41-B421E812C5B7}"/>
                </a:ext>
              </a:extLst>
            </p:cNvPr>
            <p:cNvSpPr/>
            <p:nvPr/>
          </p:nvSpPr>
          <p:spPr>
            <a:xfrm>
              <a:off x="6023066" y="1858025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3304A73-D892-1AC4-24C0-FB2AE4B0923E}"/>
                </a:ext>
              </a:extLst>
            </p:cNvPr>
            <p:cNvSpPr txBox="1"/>
            <p:nvPr/>
          </p:nvSpPr>
          <p:spPr>
            <a:xfrm>
              <a:off x="5863433" y="2172058"/>
              <a:ext cx="893420" cy="491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IN_DATA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32bit</a:t>
              </a:r>
              <a:endParaRPr lang="ko-KR" altLang="en-US" sz="800" dirty="0"/>
            </a:p>
          </p:txBody>
        </p:sp>
        <p:sp>
          <p:nvSpPr>
            <p:cNvPr id="65" name="화살표: 오른쪽 64">
              <a:extLst>
                <a:ext uri="{FF2B5EF4-FFF2-40B4-BE49-F238E27FC236}">
                  <a16:creationId xmlns:a16="http://schemas.microsoft.com/office/drawing/2014/main" id="{19260679-4E62-1383-7C63-3B93495E8C80}"/>
                </a:ext>
              </a:extLst>
            </p:cNvPr>
            <p:cNvSpPr/>
            <p:nvPr/>
          </p:nvSpPr>
          <p:spPr>
            <a:xfrm>
              <a:off x="4654618" y="2472843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66" name="화살표: 오른쪽 65">
              <a:extLst>
                <a:ext uri="{FF2B5EF4-FFF2-40B4-BE49-F238E27FC236}">
                  <a16:creationId xmlns:a16="http://schemas.microsoft.com/office/drawing/2014/main" id="{9E6F7122-2CB8-BC0D-4067-7C3755C1F234}"/>
                </a:ext>
              </a:extLst>
            </p:cNvPr>
            <p:cNvSpPr/>
            <p:nvPr/>
          </p:nvSpPr>
          <p:spPr>
            <a:xfrm>
              <a:off x="4646443" y="1799635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2521556D-1656-196A-E2B4-45D9D66F7C29}"/>
              </a:ext>
            </a:extLst>
          </p:cNvPr>
          <p:cNvGrpSpPr/>
          <p:nvPr/>
        </p:nvGrpSpPr>
        <p:grpSpPr>
          <a:xfrm>
            <a:off x="4230099" y="4484640"/>
            <a:ext cx="63531" cy="243352"/>
            <a:chOff x="7591425" y="3296300"/>
            <a:chExt cx="76200" cy="311915"/>
          </a:xfrm>
        </p:grpSpPr>
        <p:sp>
          <p:nvSpPr>
            <p:cNvPr id="68" name="순서도: 연결자 67">
              <a:extLst>
                <a:ext uri="{FF2B5EF4-FFF2-40B4-BE49-F238E27FC236}">
                  <a16:creationId xmlns:a16="http://schemas.microsoft.com/office/drawing/2014/main" id="{E2FBAA81-EEF6-106A-EC98-1E3B713EE273}"/>
                </a:ext>
              </a:extLst>
            </p:cNvPr>
            <p:cNvSpPr/>
            <p:nvPr/>
          </p:nvSpPr>
          <p:spPr>
            <a:xfrm>
              <a:off x="7591425" y="3296300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69" name="순서도: 연결자 68">
              <a:extLst>
                <a:ext uri="{FF2B5EF4-FFF2-40B4-BE49-F238E27FC236}">
                  <a16:creationId xmlns:a16="http://schemas.microsoft.com/office/drawing/2014/main" id="{1236283D-9969-B802-6B0C-4566E492F4F9}"/>
                </a:ext>
              </a:extLst>
            </p:cNvPr>
            <p:cNvSpPr/>
            <p:nvPr/>
          </p:nvSpPr>
          <p:spPr>
            <a:xfrm>
              <a:off x="7591425" y="3420318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70" name="순서도: 연결자 69">
              <a:extLst>
                <a:ext uri="{FF2B5EF4-FFF2-40B4-BE49-F238E27FC236}">
                  <a16:creationId xmlns:a16="http://schemas.microsoft.com/office/drawing/2014/main" id="{77B5651D-9468-7937-A219-F74EDE2A0CA0}"/>
                </a:ext>
              </a:extLst>
            </p:cNvPr>
            <p:cNvSpPr/>
            <p:nvPr/>
          </p:nvSpPr>
          <p:spPr>
            <a:xfrm>
              <a:off x="7591425" y="3538317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1863D50-3B8E-90BD-B3CA-64B89B2F119B}"/>
              </a:ext>
            </a:extLst>
          </p:cNvPr>
          <p:cNvGrpSpPr/>
          <p:nvPr/>
        </p:nvGrpSpPr>
        <p:grpSpPr>
          <a:xfrm>
            <a:off x="4230099" y="2091727"/>
            <a:ext cx="63531" cy="243352"/>
            <a:chOff x="7591425" y="3296300"/>
            <a:chExt cx="76200" cy="311915"/>
          </a:xfrm>
        </p:grpSpPr>
        <p:sp>
          <p:nvSpPr>
            <p:cNvPr id="72" name="순서도: 연결자 71">
              <a:extLst>
                <a:ext uri="{FF2B5EF4-FFF2-40B4-BE49-F238E27FC236}">
                  <a16:creationId xmlns:a16="http://schemas.microsoft.com/office/drawing/2014/main" id="{8126A051-818B-F201-3E1D-9AC3BACB356D}"/>
                </a:ext>
              </a:extLst>
            </p:cNvPr>
            <p:cNvSpPr/>
            <p:nvPr/>
          </p:nvSpPr>
          <p:spPr>
            <a:xfrm>
              <a:off x="7591425" y="3296300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73" name="순서도: 연결자 72">
              <a:extLst>
                <a:ext uri="{FF2B5EF4-FFF2-40B4-BE49-F238E27FC236}">
                  <a16:creationId xmlns:a16="http://schemas.microsoft.com/office/drawing/2014/main" id="{76E2F880-8F3F-2E87-8084-0B961D1CC3FA}"/>
                </a:ext>
              </a:extLst>
            </p:cNvPr>
            <p:cNvSpPr/>
            <p:nvPr/>
          </p:nvSpPr>
          <p:spPr>
            <a:xfrm>
              <a:off x="7591425" y="3420318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74" name="순서도: 연결자 73">
              <a:extLst>
                <a:ext uri="{FF2B5EF4-FFF2-40B4-BE49-F238E27FC236}">
                  <a16:creationId xmlns:a16="http://schemas.microsoft.com/office/drawing/2014/main" id="{3CB820B1-F375-174F-D72E-28A1BC96139B}"/>
                </a:ext>
              </a:extLst>
            </p:cNvPr>
            <p:cNvSpPr/>
            <p:nvPr/>
          </p:nvSpPr>
          <p:spPr>
            <a:xfrm>
              <a:off x="7591425" y="3538317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557DC83-A652-53C6-83B2-A6904B7757EE}"/>
              </a:ext>
            </a:extLst>
          </p:cNvPr>
          <p:cNvSpPr/>
          <p:nvPr/>
        </p:nvSpPr>
        <p:spPr>
          <a:xfrm>
            <a:off x="5640852" y="2843827"/>
            <a:ext cx="800931" cy="182963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CSI2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MIPI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D-</a:t>
            </a:r>
            <a:r>
              <a:rPr lang="en-US" altLang="ko-KR" sz="1200" dirty="0" err="1">
                <a:solidFill>
                  <a:schemeClr val="tx1"/>
                </a:solidFill>
              </a:rPr>
              <a:t>phy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3DE62EFE-71D8-BC0E-EF4D-BCFBF4341967}"/>
              </a:ext>
            </a:extLst>
          </p:cNvPr>
          <p:cNvSpPr/>
          <p:nvPr/>
        </p:nvSpPr>
        <p:spPr>
          <a:xfrm>
            <a:off x="6586566" y="3622022"/>
            <a:ext cx="452399" cy="2160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902585-B6AA-8D2F-198B-98F3B3D0392E}"/>
              </a:ext>
            </a:extLst>
          </p:cNvPr>
          <p:cNvSpPr txBox="1"/>
          <p:nvPr/>
        </p:nvSpPr>
        <p:spPr>
          <a:xfrm>
            <a:off x="6419209" y="3867025"/>
            <a:ext cx="744885" cy="522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Tx DATA </a:t>
            </a:r>
          </a:p>
          <a:p>
            <a:pPr algn="ctr"/>
            <a:r>
              <a:rPr lang="en-US" altLang="ko-KR" sz="800" dirty="0">
                <a:latin typeface="+mn-ea"/>
              </a:rPr>
              <a:t>24bit </a:t>
            </a:r>
          </a:p>
          <a:p>
            <a:pPr algn="ctr"/>
            <a:r>
              <a:rPr lang="en-US" altLang="ko-KR" sz="800" dirty="0">
                <a:latin typeface="+mn-ea"/>
              </a:rPr>
              <a:t>(96bit)</a:t>
            </a:r>
            <a:endParaRPr lang="ko-KR" altLang="en-US" sz="800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EB60FC5-F5F1-2EC0-BA79-4ACD2CCE876C}"/>
              </a:ext>
            </a:extLst>
          </p:cNvPr>
          <p:cNvCxnSpPr>
            <a:cxnSpLocks/>
          </p:cNvCxnSpPr>
          <p:nvPr/>
        </p:nvCxnSpPr>
        <p:spPr>
          <a:xfrm>
            <a:off x="3626251" y="1543052"/>
            <a:ext cx="9867" cy="46222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6CFD5FD-29D0-2263-0336-B6D3080F4671}"/>
              </a:ext>
            </a:extLst>
          </p:cNvPr>
          <p:cNvSpPr txBox="1"/>
          <p:nvPr/>
        </p:nvSpPr>
        <p:spPr>
          <a:xfrm>
            <a:off x="3626250" y="3713315"/>
            <a:ext cx="1328467" cy="2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?</a:t>
            </a:r>
            <a:r>
              <a:rPr lang="en-US" altLang="ko-KR" sz="800" b="1" dirty="0" err="1">
                <a:solidFill>
                  <a:srgbClr val="FF0000"/>
                </a:solidFill>
                <a:latin typeface="+mn-ea"/>
              </a:rPr>
              <a:t>Mhz</a:t>
            </a:r>
            <a:endParaRPr lang="en-US" altLang="ko-KR" sz="800" b="1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463C8BB7-8405-70F6-64DB-4713C5641C24}"/>
              </a:ext>
            </a:extLst>
          </p:cNvPr>
          <p:cNvCxnSpPr>
            <a:cxnSpLocks/>
          </p:cNvCxnSpPr>
          <p:nvPr/>
        </p:nvCxnSpPr>
        <p:spPr>
          <a:xfrm>
            <a:off x="4818999" y="1526981"/>
            <a:ext cx="9867" cy="46222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DFC122FC-8501-1A51-D04E-E74668C05E73}"/>
              </a:ext>
            </a:extLst>
          </p:cNvPr>
          <p:cNvSpPr txBox="1"/>
          <p:nvPr/>
        </p:nvSpPr>
        <p:spPr>
          <a:xfrm>
            <a:off x="4777677" y="3720511"/>
            <a:ext cx="1328467" cy="2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  <a:latin typeface="+mn-ea"/>
              </a:rPr>
              <a:t>200Mhz~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DDAB096-7570-6D34-1A99-409E74C990DB}"/>
              </a:ext>
            </a:extLst>
          </p:cNvPr>
          <p:cNvSpPr/>
          <p:nvPr/>
        </p:nvSpPr>
        <p:spPr>
          <a:xfrm>
            <a:off x="7105345" y="2843827"/>
            <a:ext cx="941534" cy="177718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uCom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(iMX8 +)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33A295-7D37-EB34-C002-160DC3B1FC72}"/>
              </a:ext>
            </a:extLst>
          </p:cNvPr>
          <p:cNvSpPr txBox="1"/>
          <p:nvPr/>
        </p:nvSpPr>
        <p:spPr>
          <a:xfrm>
            <a:off x="7066297" y="2122956"/>
            <a:ext cx="7448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Memory</a:t>
            </a:r>
            <a:endParaRPr lang="ko-KR" altLang="en-US" sz="1000" dirty="0"/>
          </a:p>
        </p:txBody>
      </p:sp>
      <p:sp>
        <p:nvSpPr>
          <p:cNvPr id="84" name="화살표: 위쪽/아래쪽 83">
            <a:extLst>
              <a:ext uri="{FF2B5EF4-FFF2-40B4-BE49-F238E27FC236}">
                <a16:creationId xmlns:a16="http://schemas.microsoft.com/office/drawing/2014/main" id="{6235CE64-74F8-D5FE-BFAE-5B5DFB58D58D}"/>
              </a:ext>
            </a:extLst>
          </p:cNvPr>
          <p:cNvSpPr/>
          <p:nvPr/>
        </p:nvSpPr>
        <p:spPr>
          <a:xfrm>
            <a:off x="7270650" y="2381009"/>
            <a:ext cx="230919" cy="39873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5" name="화살표: 위쪽/아래쪽 84">
            <a:extLst>
              <a:ext uri="{FF2B5EF4-FFF2-40B4-BE49-F238E27FC236}">
                <a16:creationId xmlns:a16="http://schemas.microsoft.com/office/drawing/2014/main" id="{37B05423-6FE1-13D3-CC0C-A3FE25E82BC4}"/>
              </a:ext>
            </a:extLst>
          </p:cNvPr>
          <p:cNvSpPr/>
          <p:nvPr/>
        </p:nvSpPr>
        <p:spPr>
          <a:xfrm>
            <a:off x="7280726" y="4708906"/>
            <a:ext cx="230919" cy="39873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5DA8098-89A1-F1E5-BD70-E0DD1B3A57E1}"/>
              </a:ext>
            </a:extLst>
          </p:cNvPr>
          <p:cNvSpPr txBox="1"/>
          <p:nvPr/>
        </p:nvSpPr>
        <p:spPr>
          <a:xfrm>
            <a:off x="7176142" y="5355377"/>
            <a:ext cx="74488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Host PC</a:t>
            </a:r>
            <a:endParaRPr lang="ko-KR" altLang="en-US" sz="1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B8E5A94-4480-25D8-EACE-3673CC72B3D7}"/>
              </a:ext>
            </a:extLst>
          </p:cNvPr>
          <p:cNvSpPr txBox="1"/>
          <p:nvPr/>
        </p:nvSpPr>
        <p:spPr>
          <a:xfrm>
            <a:off x="5336933" y="5656517"/>
            <a:ext cx="74488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FPGA</a:t>
            </a:r>
          </a:p>
          <a:p>
            <a:pPr algn="ctr"/>
            <a:r>
              <a:rPr lang="en-US" altLang="ko-KR" sz="1000" dirty="0">
                <a:latin typeface="+mn-ea"/>
              </a:rPr>
              <a:t>Logic</a:t>
            </a:r>
            <a:endParaRPr lang="ko-KR" altLang="en-US" sz="1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ADEED2F-3F7F-375E-19F0-DCFE8B68350C}"/>
              </a:ext>
            </a:extLst>
          </p:cNvPr>
          <p:cNvSpPr txBox="1"/>
          <p:nvPr/>
        </p:nvSpPr>
        <p:spPr>
          <a:xfrm>
            <a:off x="6371290" y="3153838"/>
            <a:ext cx="744885" cy="38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CSI-2</a:t>
            </a:r>
          </a:p>
          <a:p>
            <a:pPr algn="ctr"/>
            <a:r>
              <a:rPr lang="en-US" altLang="ko-KR" sz="800" dirty="0">
                <a:latin typeface="+mn-ea"/>
              </a:rPr>
              <a:t>4lane</a:t>
            </a:r>
            <a:endParaRPr lang="ko-KR" altLang="en-US" sz="8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124E211-B8F1-5549-FA78-1EF276917B8F}"/>
              </a:ext>
            </a:extLst>
          </p:cNvPr>
          <p:cNvSpPr txBox="1"/>
          <p:nvPr/>
        </p:nvSpPr>
        <p:spPr>
          <a:xfrm>
            <a:off x="6595164" y="4700726"/>
            <a:ext cx="7448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1G ~ 2.5G</a:t>
            </a:r>
          </a:p>
          <a:p>
            <a:pPr algn="ctr"/>
            <a:r>
              <a:rPr lang="en-US" altLang="ko-KR" sz="1000" dirty="0"/>
              <a:t>Ethernet</a:t>
            </a:r>
            <a:endParaRPr lang="ko-KR" altLang="en-US" sz="1000" dirty="0"/>
          </a:p>
        </p:txBody>
      </p:sp>
      <p:sp>
        <p:nvSpPr>
          <p:cNvPr id="90" name="화살표: 위쪽/아래쪽 89">
            <a:extLst>
              <a:ext uri="{FF2B5EF4-FFF2-40B4-BE49-F238E27FC236}">
                <a16:creationId xmlns:a16="http://schemas.microsoft.com/office/drawing/2014/main" id="{C9280E95-9378-6E1F-A998-F4F8D44C378A}"/>
              </a:ext>
            </a:extLst>
          </p:cNvPr>
          <p:cNvSpPr/>
          <p:nvPr/>
        </p:nvSpPr>
        <p:spPr>
          <a:xfrm>
            <a:off x="7658352" y="4708906"/>
            <a:ext cx="230919" cy="39873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7065D1-5AFC-D433-46A1-E78B4FDA71C9}"/>
              </a:ext>
            </a:extLst>
          </p:cNvPr>
          <p:cNvSpPr txBox="1"/>
          <p:nvPr/>
        </p:nvSpPr>
        <p:spPr>
          <a:xfrm>
            <a:off x="7921027" y="4783540"/>
            <a:ext cx="4390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 err="1"/>
              <a:t>WiFi</a:t>
            </a:r>
            <a:endParaRPr lang="en-US" altLang="ko-KR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3C29E34-FADB-C4AB-D1AC-8DE816DAE8B4}"/>
              </a:ext>
            </a:extLst>
          </p:cNvPr>
          <p:cNvSpPr txBox="1"/>
          <p:nvPr/>
        </p:nvSpPr>
        <p:spPr>
          <a:xfrm>
            <a:off x="8034319" y="3280475"/>
            <a:ext cx="9108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Peripheral</a:t>
            </a:r>
          </a:p>
          <a:p>
            <a:pPr algn="ctr"/>
            <a:r>
              <a:rPr lang="en-US" altLang="ko-KR" sz="1000" dirty="0">
                <a:latin typeface="+mn-ea"/>
              </a:rPr>
              <a:t>Devices</a:t>
            </a:r>
            <a:endParaRPr lang="ko-KR" altLang="en-US" sz="1000" dirty="0"/>
          </a:p>
        </p:txBody>
      </p:sp>
      <p:sp>
        <p:nvSpPr>
          <p:cNvPr id="93" name="화살표: 위쪽/아래쪽 92">
            <a:extLst>
              <a:ext uri="{FF2B5EF4-FFF2-40B4-BE49-F238E27FC236}">
                <a16:creationId xmlns:a16="http://schemas.microsoft.com/office/drawing/2014/main" id="{3C19EA55-6906-79E6-3703-E9AC3A65980D}"/>
              </a:ext>
            </a:extLst>
          </p:cNvPr>
          <p:cNvSpPr/>
          <p:nvPr/>
        </p:nvSpPr>
        <p:spPr>
          <a:xfrm rot="5400000">
            <a:off x="8195054" y="3545590"/>
            <a:ext cx="216085" cy="426104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AF5BCE8-34F8-5F12-0A0B-ACC80BCC1BC7}"/>
              </a:ext>
            </a:extLst>
          </p:cNvPr>
          <p:cNvSpPr txBox="1"/>
          <p:nvPr/>
        </p:nvSpPr>
        <p:spPr>
          <a:xfrm>
            <a:off x="179512" y="746385"/>
            <a:ext cx="889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latin typeface="+mn-ea"/>
              </a:rPr>
              <a:t>Image Data Flow</a:t>
            </a:r>
          </a:p>
        </p:txBody>
      </p:sp>
    </p:spTree>
    <p:extLst>
      <p:ext uri="{BB962C8B-B14F-4D97-AF65-F5344CB8AC3E}">
        <p14:creationId xmlns:p14="http://schemas.microsoft.com/office/powerpoint/2010/main" val="3227848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C8E3C027-FA55-87C4-628C-040DE0F36E20}"/>
              </a:ext>
            </a:extLst>
          </p:cNvPr>
          <p:cNvSpPr/>
          <p:nvPr/>
        </p:nvSpPr>
        <p:spPr>
          <a:xfrm>
            <a:off x="1610658" y="1196752"/>
            <a:ext cx="7173422" cy="506612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4454D23-5CAF-2E64-047B-AD30898514B9}"/>
              </a:ext>
            </a:extLst>
          </p:cNvPr>
          <p:cNvCxnSpPr>
            <a:cxnSpLocks/>
          </p:cNvCxnSpPr>
          <p:nvPr/>
        </p:nvCxnSpPr>
        <p:spPr>
          <a:xfrm>
            <a:off x="1610658" y="1383953"/>
            <a:ext cx="0" cy="50661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4F9640-9AE7-4B8D-856C-A7741CB6CF4F}"/>
              </a:ext>
            </a:extLst>
          </p:cNvPr>
          <p:cNvSpPr txBox="1"/>
          <p:nvPr/>
        </p:nvSpPr>
        <p:spPr>
          <a:xfrm>
            <a:off x="1382671" y="3590722"/>
            <a:ext cx="1008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200Mhz 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(5ns)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0E1D79-6C45-3328-772B-A3180FFB8D85}"/>
              </a:ext>
            </a:extLst>
          </p:cNvPr>
          <p:cNvSpPr txBox="1"/>
          <p:nvPr/>
        </p:nvSpPr>
        <p:spPr>
          <a:xfrm>
            <a:off x="2263829" y="3590722"/>
            <a:ext cx="13625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12.5Mhz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16bit , 80ns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ED171E79-54F2-CD86-94C6-342EBF378FE4}"/>
              </a:ext>
            </a:extLst>
          </p:cNvPr>
          <p:cNvCxnSpPr>
            <a:cxnSpLocks/>
          </p:cNvCxnSpPr>
          <p:nvPr/>
        </p:nvCxnSpPr>
        <p:spPr>
          <a:xfrm>
            <a:off x="2203348" y="1743785"/>
            <a:ext cx="7345" cy="42027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0C0F750-7524-8DE1-F499-1D3A9F2B4A5B}"/>
              </a:ext>
            </a:extLst>
          </p:cNvPr>
          <p:cNvGrpSpPr/>
          <p:nvPr/>
        </p:nvGrpSpPr>
        <p:grpSpPr>
          <a:xfrm>
            <a:off x="366520" y="1450568"/>
            <a:ext cx="5411311" cy="2045980"/>
            <a:chOff x="428625" y="1666874"/>
            <a:chExt cx="6328228" cy="2392660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B879125-A517-8A47-1B59-B3E04C556476}"/>
                </a:ext>
              </a:extLst>
            </p:cNvPr>
            <p:cNvSpPr/>
            <p:nvPr/>
          </p:nvSpPr>
          <p:spPr>
            <a:xfrm>
              <a:off x="2130144" y="1667954"/>
              <a:ext cx="2622829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79F48C8C-1021-E472-604A-C4C8A5268ED1}"/>
                </a:ext>
              </a:extLst>
            </p:cNvPr>
            <p:cNvSpPr/>
            <p:nvPr/>
          </p:nvSpPr>
          <p:spPr>
            <a:xfrm>
              <a:off x="428625" y="1666875"/>
              <a:ext cx="1205007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6" name="화살표: 오각형 5">
              <a:extLst>
                <a:ext uri="{FF2B5EF4-FFF2-40B4-BE49-F238E27FC236}">
                  <a16:creationId xmlns:a16="http://schemas.microsoft.com/office/drawing/2014/main" id="{603BC19D-F429-142E-7BCF-622C921ACBE4}"/>
                </a:ext>
              </a:extLst>
            </p:cNvPr>
            <p:cNvSpPr/>
            <p:nvPr/>
          </p:nvSpPr>
          <p:spPr>
            <a:xfrm flipH="1">
              <a:off x="693335" y="2672862"/>
              <a:ext cx="834013" cy="693336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2">
                      <a:lumMod val="25000"/>
                    </a:schemeClr>
                  </a:solidFill>
                </a:rPr>
                <a:t>ROIC</a:t>
              </a:r>
              <a:endParaRPr lang="ko-KR" altLang="en-US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B9E1CCE-04AF-26AF-7F4C-0BB43DD6D280}"/>
                </a:ext>
              </a:extLst>
            </p:cNvPr>
            <p:cNvSpPr/>
            <p:nvPr/>
          </p:nvSpPr>
          <p:spPr>
            <a:xfrm>
              <a:off x="2234431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SerDes</a:t>
              </a:r>
              <a:endParaRPr lang="ko-KR" altLang="en-US" sz="12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2EF9775-1F4D-7F45-9C90-916D90BBDF2E}"/>
                </a:ext>
              </a:extLst>
            </p:cNvPr>
            <p:cNvSpPr/>
            <p:nvPr/>
          </p:nvSpPr>
          <p:spPr>
            <a:xfrm>
              <a:off x="3707840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BRAM</a:t>
              </a:r>
              <a:endParaRPr lang="ko-KR" altLang="en-US" sz="12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7AEAC1A-8E56-F6FE-2934-E5EF2866AC18}"/>
                </a:ext>
              </a:extLst>
            </p:cNvPr>
            <p:cNvSpPr/>
            <p:nvPr/>
          </p:nvSpPr>
          <p:spPr>
            <a:xfrm>
              <a:off x="5189053" y="1666874"/>
              <a:ext cx="834013" cy="20236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MUX</a:t>
              </a:r>
            </a:p>
            <a:p>
              <a:pPr algn="ctr"/>
              <a:r>
                <a:rPr lang="en-US" altLang="ko-KR" sz="1200" dirty="0"/>
                <a:t>12by1</a:t>
              </a:r>
              <a:endParaRPr lang="ko-KR" altLang="en-US" sz="1200" dirty="0"/>
            </a:p>
          </p:txBody>
        </p:sp>
        <p:sp>
          <p:nvSpPr>
            <p:cNvPr id="10" name="같음 기호 9">
              <a:extLst>
                <a:ext uri="{FF2B5EF4-FFF2-40B4-BE49-F238E27FC236}">
                  <a16:creationId xmlns:a16="http://schemas.microsoft.com/office/drawing/2014/main" id="{F0815E02-97C2-9B5E-6BD1-58BE7F0630A5}"/>
                </a:ext>
              </a:extLst>
            </p:cNvPr>
            <p:cNvSpPr/>
            <p:nvPr/>
          </p:nvSpPr>
          <p:spPr>
            <a:xfrm>
              <a:off x="1421351" y="2720234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1" name="같음 기호 10">
              <a:extLst>
                <a:ext uri="{FF2B5EF4-FFF2-40B4-BE49-F238E27FC236}">
                  <a16:creationId xmlns:a16="http://schemas.microsoft.com/office/drawing/2014/main" id="{B2D20B08-2B0B-ED97-3E51-78367F58FCD6}"/>
                </a:ext>
              </a:extLst>
            </p:cNvPr>
            <p:cNvSpPr/>
            <p:nvPr/>
          </p:nvSpPr>
          <p:spPr>
            <a:xfrm>
              <a:off x="1421351" y="2965297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2" name="같음 기호 11">
              <a:extLst>
                <a:ext uri="{FF2B5EF4-FFF2-40B4-BE49-F238E27FC236}">
                  <a16:creationId xmlns:a16="http://schemas.microsoft.com/office/drawing/2014/main" id="{2DC2B7E6-0C12-F990-FFF8-1DC5FCB1881B}"/>
                </a:ext>
              </a:extLst>
            </p:cNvPr>
            <p:cNvSpPr/>
            <p:nvPr/>
          </p:nvSpPr>
          <p:spPr>
            <a:xfrm>
              <a:off x="1421351" y="3132080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CB7008BA-B5FB-E05B-0F1C-4393CD3AE1AB}"/>
                </a:ext>
              </a:extLst>
            </p:cNvPr>
            <p:cNvSpPr/>
            <p:nvPr/>
          </p:nvSpPr>
          <p:spPr>
            <a:xfrm>
              <a:off x="3165230" y="2725429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B72A0A01-785C-85B5-943F-01C52F9B4EFD}"/>
                </a:ext>
              </a:extLst>
            </p:cNvPr>
            <p:cNvSpPr/>
            <p:nvPr/>
          </p:nvSpPr>
          <p:spPr>
            <a:xfrm>
              <a:off x="3165230" y="3054962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7C2CB253-8D51-5C4B-0B58-B573330035AC}"/>
                </a:ext>
              </a:extLst>
            </p:cNvPr>
            <p:cNvSpPr/>
            <p:nvPr/>
          </p:nvSpPr>
          <p:spPr>
            <a:xfrm>
              <a:off x="4654556" y="2876226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6" name="화살표: 아래쪽 15">
              <a:extLst>
                <a:ext uri="{FF2B5EF4-FFF2-40B4-BE49-F238E27FC236}">
                  <a16:creationId xmlns:a16="http://schemas.microsoft.com/office/drawing/2014/main" id="{22CF32BA-530D-0441-CDD4-6C310ACB4833}"/>
                </a:ext>
              </a:extLst>
            </p:cNvPr>
            <p:cNvSpPr/>
            <p:nvPr/>
          </p:nvSpPr>
          <p:spPr>
            <a:xfrm>
              <a:off x="2597182" y="3366198"/>
              <a:ext cx="222218" cy="6933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655313D-0082-D975-4F8E-E9AA5102397C}"/>
                </a:ext>
              </a:extLst>
            </p:cNvPr>
            <p:cNvSpPr txBox="1"/>
            <p:nvPr/>
          </p:nvSpPr>
          <p:spPr>
            <a:xfrm>
              <a:off x="2448094" y="3702327"/>
              <a:ext cx="1593370" cy="23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Header 3 word</a:t>
              </a:r>
              <a:endParaRPr lang="ko-KR" altLang="en-US" sz="7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6DCF674-8420-9C56-6E0A-B2E033F2A27C}"/>
                </a:ext>
              </a:extLst>
            </p:cNvPr>
            <p:cNvSpPr txBox="1"/>
            <p:nvPr/>
          </p:nvSpPr>
          <p:spPr>
            <a:xfrm>
              <a:off x="2576693" y="2402996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Data A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16bit</a:t>
              </a:r>
              <a:endParaRPr lang="ko-KR" altLang="en-US" sz="7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2FDA88-F04E-3968-BB2E-83C73E3091EE}"/>
                </a:ext>
              </a:extLst>
            </p:cNvPr>
            <p:cNvSpPr txBox="1"/>
            <p:nvPr/>
          </p:nvSpPr>
          <p:spPr>
            <a:xfrm>
              <a:off x="2576693" y="3327164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Data B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16bit</a:t>
              </a:r>
              <a:endParaRPr lang="ko-KR" altLang="en-US" sz="7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436051E-4498-FCD4-C097-9BE28EBF3DDB}"/>
                </a:ext>
              </a:extLst>
            </p:cNvPr>
            <p:cNvSpPr txBox="1"/>
            <p:nvPr/>
          </p:nvSpPr>
          <p:spPr>
            <a:xfrm>
              <a:off x="1144284" y="2456474"/>
              <a:ext cx="1593370" cy="23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DCLK 200MHZ</a:t>
              </a:r>
              <a:endParaRPr lang="ko-KR" altLang="en-US" sz="7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C3881D8-7ABB-6266-C01B-022E991FD0EF}"/>
                </a:ext>
              </a:extLst>
            </p:cNvPr>
            <p:cNvSpPr txBox="1"/>
            <p:nvPr/>
          </p:nvSpPr>
          <p:spPr>
            <a:xfrm>
              <a:off x="1080540" y="3255212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LVDS A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LVDS B</a:t>
              </a:r>
              <a:endParaRPr lang="ko-KR" altLang="en-US" sz="7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F38AC84-EE7C-8D13-D076-7C10D0EBF6F4}"/>
                </a:ext>
              </a:extLst>
            </p:cNvPr>
            <p:cNvSpPr txBox="1"/>
            <p:nvPr/>
          </p:nvSpPr>
          <p:spPr>
            <a:xfrm>
              <a:off x="4161745" y="3163966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RO_DATA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32bit</a:t>
              </a:r>
              <a:endParaRPr lang="ko-KR" altLang="en-US" sz="7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E7896A-9E4D-840F-148A-F3A4E316AC19}"/>
                </a:ext>
              </a:extLst>
            </p:cNvPr>
            <p:cNvSpPr txBox="1"/>
            <p:nvPr/>
          </p:nvSpPr>
          <p:spPr>
            <a:xfrm>
              <a:off x="428625" y="1694329"/>
              <a:ext cx="1179533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latin typeface="+mn-ea"/>
                </a:rPr>
                <a:t>TOP</a:t>
              </a:r>
            </a:p>
            <a:p>
              <a:pPr algn="ctr"/>
              <a:r>
                <a:rPr lang="en-US" altLang="ko-KR" sz="700" b="1" dirty="0">
                  <a:latin typeface="+mn-ea"/>
                </a:rPr>
                <a:t>12EA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44171A-1F4F-4A12-840D-7A145D0AF823}"/>
                </a:ext>
              </a:extLst>
            </p:cNvPr>
            <p:cNvSpPr txBox="1"/>
            <p:nvPr/>
          </p:nvSpPr>
          <p:spPr>
            <a:xfrm>
              <a:off x="2796489" y="1694328"/>
              <a:ext cx="1179533" cy="23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latin typeface="+mn-ea"/>
                </a:rPr>
                <a:t>12EA</a:t>
              </a:r>
            </a:p>
          </p:txBody>
        </p:sp>
        <p:sp>
          <p:nvSpPr>
            <p:cNvPr id="36" name="화살표: 오른쪽 35">
              <a:extLst>
                <a:ext uri="{FF2B5EF4-FFF2-40B4-BE49-F238E27FC236}">
                  <a16:creationId xmlns:a16="http://schemas.microsoft.com/office/drawing/2014/main" id="{1EF95DA1-3E1B-2332-C037-5E8B7602A948}"/>
                </a:ext>
              </a:extLst>
            </p:cNvPr>
            <p:cNvSpPr/>
            <p:nvPr/>
          </p:nvSpPr>
          <p:spPr>
            <a:xfrm>
              <a:off x="6023066" y="3296300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DA645F5-FC56-CA84-9AFB-C6D4836490EE}"/>
                </a:ext>
              </a:extLst>
            </p:cNvPr>
            <p:cNvSpPr txBox="1"/>
            <p:nvPr/>
          </p:nvSpPr>
          <p:spPr>
            <a:xfrm>
              <a:off x="5863432" y="2857858"/>
              <a:ext cx="893421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IN_DATA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32bit</a:t>
              </a:r>
              <a:endParaRPr lang="ko-KR" altLang="en-US" sz="700" dirty="0"/>
            </a:p>
          </p:txBody>
        </p:sp>
        <p:sp>
          <p:nvSpPr>
            <p:cNvPr id="64" name="화살표: 오른쪽 63">
              <a:extLst>
                <a:ext uri="{FF2B5EF4-FFF2-40B4-BE49-F238E27FC236}">
                  <a16:creationId xmlns:a16="http://schemas.microsoft.com/office/drawing/2014/main" id="{AA328FD1-C707-B80A-16AF-21DC640AD721}"/>
                </a:ext>
              </a:extLst>
            </p:cNvPr>
            <p:cNvSpPr/>
            <p:nvPr/>
          </p:nvSpPr>
          <p:spPr>
            <a:xfrm>
              <a:off x="4654556" y="2540172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5" name="화살표: 오른쪽 64">
              <a:extLst>
                <a:ext uri="{FF2B5EF4-FFF2-40B4-BE49-F238E27FC236}">
                  <a16:creationId xmlns:a16="http://schemas.microsoft.com/office/drawing/2014/main" id="{83D840D2-FFC5-EED7-8709-8D8AC3344D43}"/>
                </a:ext>
              </a:extLst>
            </p:cNvPr>
            <p:cNvSpPr/>
            <p:nvPr/>
          </p:nvSpPr>
          <p:spPr>
            <a:xfrm>
              <a:off x="4642928" y="1740641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67167A2-BB7B-EFC1-5230-BC3BEFB6AE42}"/>
              </a:ext>
            </a:extLst>
          </p:cNvPr>
          <p:cNvGrpSpPr/>
          <p:nvPr/>
        </p:nvGrpSpPr>
        <p:grpSpPr>
          <a:xfrm>
            <a:off x="366520" y="4047713"/>
            <a:ext cx="5411311" cy="2045980"/>
            <a:chOff x="428625" y="1666874"/>
            <a:chExt cx="6328228" cy="239266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EEBC97B8-28AF-B359-3728-A121B3640802}"/>
                </a:ext>
              </a:extLst>
            </p:cNvPr>
            <p:cNvSpPr/>
            <p:nvPr/>
          </p:nvSpPr>
          <p:spPr>
            <a:xfrm>
              <a:off x="2130144" y="1667954"/>
              <a:ext cx="2622829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6D8A8E1-9EE9-046D-318D-001C9552991A}"/>
                </a:ext>
              </a:extLst>
            </p:cNvPr>
            <p:cNvSpPr/>
            <p:nvPr/>
          </p:nvSpPr>
          <p:spPr>
            <a:xfrm>
              <a:off x="428625" y="1666875"/>
              <a:ext cx="1205007" cy="206039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43" name="화살표: 오각형 42">
              <a:extLst>
                <a:ext uri="{FF2B5EF4-FFF2-40B4-BE49-F238E27FC236}">
                  <a16:creationId xmlns:a16="http://schemas.microsoft.com/office/drawing/2014/main" id="{BBA44E87-9E32-39D4-67E0-3245BFE4AA97}"/>
                </a:ext>
              </a:extLst>
            </p:cNvPr>
            <p:cNvSpPr/>
            <p:nvPr/>
          </p:nvSpPr>
          <p:spPr>
            <a:xfrm flipH="1">
              <a:off x="693335" y="2672862"/>
              <a:ext cx="834013" cy="693336"/>
            </a:xfrm>
            <a:prstGeom prst="homePlat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bg2">
                      <a:lumMod val="25000"/>
                    </a:schemeClr>
                  </a:solidFill>
                </a:rPr>
                <a:t>ROIC</a:t>
              </a:r>
              <a:endParaRPr lang="ko-KR" altLang="en-US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56C5E13C-C4C0-EFBA-B48D-6658A14FA7C0}"/>
                </a:ext>
              </a:extLst>
            </p:cNvPr>
            <p:cNvSpPr/>
            <p:nvPr/>
          </p:nvSpPr>
          <p:spPr>
            <a:xfrm>
              <a:off x="2234431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SerDes</a:t>
              </a:r>
              <a:endParaRPr lang="ko-KR" altLang="en-US" sz="1200" dirty="0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7F7049D-B0BD-F900-B8EE-54EB5118AD91}"/>
                </a:ext>
              </a:extLst>
            </p:cNvPr>
            <p:cNvSpPr/>
            <p:nvPr/>
          </p:nvSpPr>
          <p:spPr>
            <a:xfrm>
              <a:off x="3707840" y="2672862"/>
              <a:ext cx="924449" cy="69333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BRAM</a:t>
              </a:r>
              <a:endParaRPr lang="ko-KR" altLang="en-US" sz="1200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70DC4C1-5ED7-547C-81A4-9B569120F28F}"/>
                </a:ext>
              </a:extLst>
            </p:cNvPr>
            <p:cNvSpPr/>
            <p:nvPr/>
          </p:nvSpPr>
          <p:spPr>
            <a:xfrm>
              <a:off x="5189053" y="1666874"/>
              <a:ext cx="834013" cy="20236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MUX</a:t>
              </a:r>
            </a:p>
            <a:p>
              <a:pPr algn="ctr"/>
              <a:r>
                <a:rPr lang="en-US" altLang="ko-KR" sz="1200" dirty="0"/>
                <a:t>12by1</a:t>
              </a:r>
              <a:endParaRPr lang="ko-KR" altLang="en-US" sz="1200" dirty="0"/>
            </a:p>
          </p:txBody>
        </p:sp>
        <p:sp>
          <p:nvSpPr>
            <p:cNvPr id="47" name="같음 기호 46">
              <a:extLst>
                <a:ext uri="{FF2B5EF4-FFF2-40B4-BE49-F238E27FC236}">
                  <a16:creationId xmlns:a16="http://schemas.microsoft.com/office/drawing/2014/main" id="{5192EB47-2C1D-D610-A491-D4FE8AF5C08B}"/>
                </a:ext>
              </a:extLst>
            </p:cNvPr>
            <p:cNvSpPr/>
            <p:nvPr/>
          </p:nvSpPr>
          <p:spPr>
            <a:xfrm>
              <a:off x="1421351" y="2720234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8" name="같음 기호 47">
              <a:extLst>
                <a:ext uri="{FF2B5EF4-FFF2-40B4-BE49-F238E27FC236}">
                  <a16:creationId xmlns:a16="http://schemas.microsoft.com/office/drawing/2014/main" id="{9F2121D4-B9FD-F1D1-507E-013983D7FE3B}"/>
                </a:ext>
              </a:extLst>
            </p:cNvPr>
            <p:cNvSpPr/>
            <p:nvPr/>
          </p:nvSpPr>
          <p:spPr>
            <a:xfrm>
              <a:off x="1421351" y="2965297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9" name="같음 기호 48">
              <a:extLst>
                <a:ext uri="{FF2B5EF4-FFF2-40B4-BE49-F238E27FC236}">
                  <a16:creationId xmlns:a16="http://schemas.microsoft.com/office/drawing/2014/main" id="{1A1FF6E5-62C7-CEEB-DB15-0D41E5AC9068}"/>
                </a:ext>
              </a:extLst>
            </p:cNvPr>
            <p:cNvSpPr/>
            <p:nvPr/>
          </p:nvSpPr>
          <p:spPr>
            <a:xfrm>
              <a:off x="1421351" y="3132080"/>
              <a:ext cx="924449" cy="166783"/>
            </a:xfrm>
            <a:prstGeom prst="mathEqua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0" name="화살표: 오른쪽 49">
              <a:extLst>
                <a:ext uri="{FF2B5EF4-FFF2-40B4-BE49-F238E27FC236}">
                  <a16:creationId xmlns:a16="http://schemas.microsoft.com/office/drawing/2014/main" id="{8EDC007A-B697-C6DD-0F98-D646AC774137}"/>
                </a:ext>
              </a:extLst>
            </p:cNvPr>
            <p:cNvSpPr/>
            <p:nvPr/>
          </p:nvSpPr>
          <p:spPr>
            <a:xfrm>
              <a:off x="3165230" y="2725429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1" name="화살표: 오른쪽 50">
              <a:extLst>
                <a:ext uri="{FF2B5EF4-FFF2-40B4-BE49-F238E27FC236}">
                  <a16:creationId xmlns:a16="http://schemas.microsoft.com/office/drawing/2014/main" id="{F5E93ADD-2630-8B34-8591-FD0C11765FA9}"/>
                </a:ext>
              </a:extLst>
            </p:cNvPr>
            <p:cNvSpPr/>
            <p:nvPr/>
          </p:nvSpPr>
          <p:spPr>
            <a:xfrm>
              <a:off x="3165230" y="3054962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DD78C9F8-63F9-14F5-C22C-2D308B5E25A6}"/>
                </a:ext>
              </a:extLst>
            </p:cNvPr>
            <p:cNvSpPr/>
            <p:nvPr/>
          </p:nvSpPr>
          <p:spPr>
            <a:xfrm>
              <a:off x="4654556" y="2876226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3" name="화살표: 아래쪽 52">
              <a:extLst>
                <a:ext uri="{FF2B5EF4-FFF2-40B4-BE49-F238E27FC236}">
                  <a16:creationId xmlns:a16="http://schemas.microsoft.com/office/drawing/2014/main" id="{BFB2D6EB-E437-50C1-2BE0-FDC34BEA17E7}"/>
                </a:ext>
              </a:extLst>
            </p:cNvPr>
            <p:cNvSpPr/>
            <p:nvPr/>
          </p:nvSpPr>
          <p:spPr>
            <a:xfrm>
              <a:off x="2597182" y="3366198"/>
              <a:ext cx="222218" cy="69333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6145A92-10C2-AE6F-2C41-FAD7F3904729}"/>
                </a:ext>
              </a:extLst>
            </p:cNvPr>
            <p:cNvSpPr txBox="1"/>
            <p:nvPr/>
          </p:nvSpPr>
          <p:spPr>
            <a:xfrm>
              <a:off x="2448094" y="3702327"/>
              <a:ext cx="1593370" cy="23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Header 3 word</a:t>
              </a:r>
              <a:endParaRPr lang="ko-KR" altLang="en-US" sz="7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70D21B2-02A3-B926-FCF3-B6228158F2F3}"/>
                </a:ext>
              </a:extLst>
            </p:cNvPr>
            <p:cNvSpPr txBox="1"/>
            <p:nvPr/>
          </p:nvSpPr>
          <p:spPr>
            <a:xfrm>
              <a:off x="2576693" y="2402996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Data A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16bit</a:t>
              </a:r>
              <a:endParaRPr lang="ko-KR" altLang="en-US" sz="700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6859FCE-0BB6-43A9-E250-566B875D4C01}"/>
                </a:ext>
              </a:extLst>
            </p:cNvPr>
            <p:cNvSpPr txBox="1"/>
            <p:nvPr/>
          </p:nvSpPr>
          <p:spPr>
            <a:xfrm>
              <a:off x="2576693" y="3327164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Data B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16bit</a:t>
              </a:r>
              <a:endParaRPr lang="ko-KR" altLang="en-US" sz="700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F82EF2D-8D8F-AC59-1837-EBD742588027}"/>
                </a:ext>
              </a:extLst>
            </p:cNvPr>
            <p:cNvSpPr txBox="1"/>
            <p:nvPr/>
          </p:nvSpPr>
          <p:spPr>
            <a:xfrm>
              <a:off x="1144284" y="2456474"/>
              <a:ext cx="1593370" cy="23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DCLK 200MHZ</a:t>
              </a:r>
              <a:endParaRPr lang="ko-KR" altLang="en-US" sz="7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B997C7-975F-5474-BBAD-D1B76752BC62}"/>
                </a:ext>
              </a:extLst>
            </p:cNvPr>
            <p:cNvSpPr txBox="1"/>
            <p:nvPr/>
          </p:nvSpPr>
          <p:spPr>
            <a:xfrm>
              <a:off x="1080540" y="3255212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LVDS A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LVDS B</a:t>
              </a:r>
              <a:endParaRPr lang="ko-KR" altLang="en-US" sz="7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E86DF39-F6CB-C28E-7837-E396B6D1D707}"/>
                </a:ext>
              </a:extLst>
            </p:cNvPr>
            <p:cNvSpPr txBox="1"/>
            <p:nvPr/>
          </p:nvSpPr>
          <p:spPr>
            <a:xfrm>
              <a:off x="4171270" y="3144916"/>
              <a:ext cx="1593370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RO_DATA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32bit</a:t>
              </a:r>
              <a:endParaRPr lang="ko-KR" altLang="en-US" sz="700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2E58C19-0B1C-126F-CFC5-9D36195684AA}"/>
                </a:ext>
              </a:extLst>
            </p:cNvPr>
            <p:cNvSpPr txBox="1"/>
            <p:nvPr/>
          </p:nvSpPr>
          <p:spPr>
            <a:xfrm>
              <a:off x="428625" y="1694329"/>
              <a:ext cx="1179533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latin typeface="+mn-ea"/>
                </a:rPr>
                <a:t>BOTTOM</a:t>
              </a:r>
            </a:p>
            <a:p>
              <a:pPr algn="ctr"/>
              <a:r>
                <a:rPr lang="en-US" altLang="ko-KR" sz="700" b="1" dirty="0">
                  <a:latin typeface="+mn-ea"/>
                </a:rPr>
                <a:t>12EA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F16A55E-7502-0C2A-4449-45DA0AC5A880}"/>
                </a:ext>
              </a:extLst>
            </p:cNvPr>
            <p:cNvSpPr txBox="1"/>
            <p:nvPr/>
          </p:nvSpPr>
          <p:spPr>
            <a:xfrm>
              <a:off x="2796489" y="1694328"/>
              <a:ext cx="1179533" cy="2339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b="1" dirty="0">
                  <a:latin typeface="+mn-ea"/>
                </a:rPr>
                <a:t>12EA</a:t>
              </a: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CBF82D63-8F52-5180-7B13-C425DE990A3D}"/>
                </a:ext>
              </a:extLst>
            </p:cNvPr>
            <p:cNvSpPr/>
            <p:nvPr/>
          </p:nvSpPr>
          <p:spPr>
            <a:xfrm>
              <a:off x="6023066" y="1858025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814537B-1BCD-776B-432F-B2FE26C1D502}"/>
                </a:ext>
              </a:extLst>
            </p:cNvPr>
            <p:cNvSpPr txBox="1"/>
            <p:nvPr/>
          </p:nvSpPr>
          <p:spPr>
            <a:xfrm>
              <a:off x="5863432" y="2172058"/>
              <a:ext cx="893421" cy="359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IN_DATA </a:t>
              </a:r>
            </a:p>
            <a:p>
              <a:pPr algn="ctr"/>
              <a:r>
                <a:rPr lang="en-US" altLang="ko-KR" sz="700" dirty="0">
                  <a:latin typeface="+mn-ea"/>
                </a:rPr>
                <a:t>32bit</a:t>
              </a:r>
              <a:endParaRPr lang="ko-KR" altLang="en-US" sz="700" dirty="0"/>
            </a:p>
          </p:txBody>
        </p:sp>
        <p:sp>
          <p:nvSpPr>
            <p:cNvPr id="66" name="화살표: 오른쪽 65">
              <a:extLst>
                <a:ext uri="{FF2B5EF4-FFF2-40B4-BE49-F238E27FC236}">
                  <a16:creationId xmlns:a16="http://schemas.microsoft.com/office/drawing/2014/main" id="{ECE7CAA1-B92E-F792-0F72-51C9051427E5}"/>
                </a:ext>
              </a:extLst>
            </p:cNvPr>
            <p:cNvSpPr/>
            <p:nvPr/>
          </p:nvSpPr>
          <p:spPr>
            <a:xfrm>
              <a:off x="4654618" y="2472843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A2505B3F-65AF-84DB-0AD4-E17FE392EBD3}"/>
                </a:ext>
              </a:extLst>
            </p:cNvPr>
            <p:cNvSpPr/>
            <p:nvPr/>
          </p:nvSpPr>
          <p:spPr>
            <a:xfrm>
              <a:off x="4646443" y="1799635"/>
              <a:ext cx="542610" cy="2769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CA2A5F32-C8AD-8EC2-5C2C-7B8B44E817AB}"/>
              </a:ext>
            </a:extLst>
          </p:cNvPr>
          <p:cNvGrpSpPr/>
          <p:nvPr/>
        </p:nvGrpSpPr>
        <p:grpSpPr>
          <a:xfrm>
            <a:off x="4178056" y="4438434"/>
            <a:ext cx="65159" cy="266721"/>
            <a:chOff x="7591425" y="3296300"/>
            <a:chExt cx="76200" cy="311915"/>
          </a:xfrm>
        </p:grpSpPr>
        <p:sp>
          <p:nvSpPr>
            <p:cNvPr id="68" name="순서도: 연결자 67">
              <a:extLst>
                <a:ext uri="{FF2B5EF4-FFF2-40B4-BE49-F238E27FC236}">
                  <a16:creationId xmlns:a16="http://schemas.microsoft.com/office/drawing/2014/main" id="{9CBD85F1-5562-A2CE-C08C-47074695EB5F}"/>
                </a:ext>
              </a:extLst>
            </p:cNvPr>
            <p:cNvSpPr/>
            <p:nvPr/>
          </p:nvSpPr>
          <p:spPr>
            <a:xfrm>
              <a:off x="7591425" y="3296300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69" name="순서도: 연결자 68">
              <a:extLst>
                <a:ext uri="{FF2B5EF4-FFF2-40B4-BE49-F238E27FC236}">
                  <a16:creationId xmlns:a16="http://schemas.microsoft.com/office/drawing/2014/main" id="{EA1A8836-2592-6361-ABF7-73E51651ED52}"/>
                </a:ext>
              </a:extLst>
            </p:cNvPr>
            <p:cNvSpPr/>
            <p:nvPr/>
          </p:nvSpPr>
          <p:spPr>
            <a:xfrm>
              <a:off x="7591425" y="3420318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0" name="순서도: 연결자 69">
              <a:extLst>
                <a:ext uri="{FF2B5EF4-FFF2-40B4-BE49-F238E27FC236}">
                  <a16:creationId xmlns:a16="http://schemas.microsoft.com/office/drawing/2014/main" id="{E4B86E6A-A0C3-1624-1520-732F4E330470}"/>
                </a:ext>
              </a:extLst>
            </p:cNvPr>
            <p:cNvSpPr/>
            <p:nvPr/>
          </p:nvSpPr>
          <p:spPr>
            <a:xfrm>
              <a:off x="7591425" y="3538317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C46ABE2A-E668-40EC-8ED1-544E78FE053E}"/>
              </a:ext>
            </a:extLst>
          </p:cNvPr>
          <p:cNvGrpSpPr/>
          <p:nvPr/>
        </p:nvGrpSpPr>
        <p:grpSpPr>
          <a:xfrm>
            <a:off x="4178056" y="1815731"/>
            <a:ext cx="65159" cy="266721"/>
            <a:chOff x="7591425" y="3296300"/>
            <a:chExt cx="76200" cy="311915"/>
          </a:xfrm>
        </p:grpSpPr>
        <p:sp>
          <p:nvSpPr>
            <p:cNvPr id="73" name="순서도: 연결자 72">
              <a:extLst>
                <a:ext uri="{FF2B5EF4-FFF2-40B4-BE49-F238E27FC236}">
                  <a16:creationId xmlns:a16="http://schemas.microsoft.com/office/drawing/2014/main" id="{CD352102-0D1E-D5D9-17D9-5C85448283A7}"/>
                </a:ext>
              </a:extLst>
            </p:cNvPr>
            <p:cNvSpPr/>
            <p:nvPr/>
          </p:nvSpPr>
          <p:spPr>
            <a:xfrm>
              <a:off x="7591425" y="3296300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4" name="순서도: 연결자 73">
              <a:extLst>
                <a:ext uri="{FF2B5EF4-FFF2-40B4-BE49-F238E27FC236}">
                  <a16:creationId xmlns:a16="http://schemas.microsoft.com/office/drawing/2014/main" id="{58162D8E-0472-CCA5-5C0B-E65D1924D94C}"/>
                </a:ext>
              </a:extLst>
            </p:cNvPr>
            <p:cNvSpPr/>
            <p:nvPr/>
          </p:nvSpPr>
          <p:spPr>
            <a:xfrm>
              <a:off x="7591425" y="3420318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75" name="순서도: 연결자 74">
              <a:extLst>
                <a:ext uri="{FF2B5EF4-FFF2-40B4-BE49-F238E27FC236}">
                  <a16:creationId xmlns:a16="http://schemas.microsoft.com/office/drawing/2014/main" id="{5380BC8C-B667-DE03-A0DE-FE8FB1EDCE7F}"/>
                </a:ext>
              </a:extLst>
            </p:cNvPr>
            <p:cNvSpPr/>
            <p:nvPr/>
          </p:nvSpPr>
          <p:spPr>
            <a:xfrm>
              <a:off x="7591425" y="3538317"/>
              <a:ext cx="76200" cy="69898"/>
            </a:xfrm>
            <a:prstGeom prst="flowChartConnector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47C57CAC-3DE9-4BC0-7ED0-6D64BD41757A}"/>
              </a:ext>
            </a:extLst>
          </p:cNvPr>
          <p:cNvSpPr/>
          <p:nvPr/>
        </p:nvSpPr>
        <p:spPr>
          <a:xfrm>
            <a:off x="7883803" y="2692182"/>
            <a:ext cx="821452" cy="20053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MIPI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D-</a:t>
            </a:r>
            <a:r>
              <a:rPr lang="en-US" altLang="ko-KR" sz="1200" dirty="0" err="1">
                <a:solidFill>
                  <a:schemeClr val="tx1"/>
                </a:solidFill>
              </a:rPr>
              <a:t>phy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E89649AA-7364-1B63-10B5-29DF7A769174}"/>
              </a:ext>
            </a:extLst>
          </p:cNvPr>
          <p:cNvSpPr/>
          <p:nvPr/>
        </p:nvSpPr>
        <p:spPr>
          <a:xfrm>
            <a:off x="7402870" y="3545106"/>
            <a:ext cx="463990" cy="236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217A4C-B9E0-5144-EC2E-8FFE0102B56E}"/>
              </a:ext>
            </a:extLst>
          </p:cNvPr>
          <p:cNvSpPr txBox="1"/>
          <p:nvPr/>
        </p:nvSpPr>
        <p:spPr>
          <a:xfrm>
            <a:off x="7231225" y="3813638"/>
            <a:ext cx="7639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Tx DATA </a:t>
            </a:r>
          </a:p>
          <a:p>
            <a:pPr algn="ctr"/>
            <a:r>
              <a:rPr lang="en-US" altLang="ko-KR" sz="700" dirty="0">
                <a:latin typeface="+mn-ea"/>
              </a:rPr>
              <a:t>24bit </a:t>
            </a:r>
          </a:p>
          <a:p>
            <a:pPr algn="ctr"/>
            <a:r>
              <a:rPr lang="en-US" altLang="ko-KR" sz="700" dirty="0">
                <a:latin typeface="+mn-ea"/>
              </a:rPr>
              <a:t>(96bit)</a:t>
            </a:r>
            <a:endParaRPr lang="ko-KR" altLang="en-US" sz="700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3CC377D-D879-89B3-9691-73F376D2B3AF}"/>
              </a:ext>
            </a:extLst>
          </p:cNvPr>
          <p:cNvCxnSpPr>
            <a:cxnSpLocks/>
          </p:cNvCxnSpPr>
          <p:nvPr/>
        </p:nvCxnSpPr>
        <p:spPr>
          <a:xfrm>
            <a:off x="3558737" y="1383953"/>
            <a:ext cx="10119" cy="50661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A067380B-61F4-29FD-108C-EDE8BCDCB67A}"/>
              </a:ext>
            </a:extLst>
          </p:cNvPr>
          <p:cNvSpPr txBox="1"/>
          <p:nvPr/>
        </p:nvSpPr>
        <p:spPr>
          <a:xfrm>
            <a:off x="3558736" y="3593041"/>
            <a:ext cx="13625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100Mhz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5ADDF5E-C3CB-EECA-D985-636AE2E77D4F}"/>
              </a:ext>
            </a:extLst>
          </p:cNvPr>
          <p:cNvCxnSpPr>
            <a:cxnSpLocks/>
          </p:cNvCxnSpPr>
          <p:nvPr/>
        </p:nvCxnSpPr>
        <p:spPr>
          <a:xfrm>
            <a:off x="4782043" y="1196752"/>
            <a:ext cx="10119" cy="50661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BB33F55-5947-455C-CEC9-90E8B14C46BA}"/>
              </a:ext>
            </a:extLst>
          </p:cNvPr>
          <p:cNvSpPr txBox="1"/>
          <p:nvPr/>
        </p:nvSpPr>
        <p:spPr>
          <a:xfrm>
            <a:off x="4739664" y="3600926"/>
            <a:ext cx="13625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100Mhz~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EB0D5E7-3E56-76C1-220E-5D9DF7EAB937}"/>
              </a:ext>
            </a:extLst>
          </p:cNvPr>
          <p:cNvSpPr txBox="1"/>
          <p:nvPr/>
        </p:nvSpPr>
        <p:spPr>
          <a:xfrm>
            <a:off x="7045715" y="5799875"/>
            <a:ext cx="7639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dirty="0">
                <a:latin typeface="+mn-ea"/>
              </a:rPr>
              <a:t>FPGA</a:t>
            </a:r>
          </a:p>
          <a:p>
            <a:pPr algn="ctr"/>
            <a:r>
              <a:rPr lang="en-US" altLang="ko-KR" sz="1050" dirty="0">
                <a:latin typeface="+mn-ea"/>
              </a:rPr>
              <a:t>Logic</a:t>
            </a:r>
            <a:endParaRPr lang="ko-KR" alt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63BB8-F5FB-714D-0B10-603DD819FBF1}"/>
              </a:ext>
            </a:extLst>
          </p:cNvPr>
          <p:cNvSpPr txBox="1"/>
          <p:nvPr/>
        </p:nvSpPr>
        <p:spPr>
          <a:xfrm>
            <a:off x="7688872" y="2374980"/>
            <a:ext cx="763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CSI-2</a:t>
            </a:r>
          </a:p>
          <a:p>
            <a:pPr algn="ctr"/>
            <a:r>
              <a:rPr lang="en-US" altLang="ko-KR" sz="700" dirty="0">
                <a:latin typeface="+mn-ea"/>
              </a:rPr>
              <a:t>4lane</a:t>
            </a:r>
            <a:endParaRPr lang="ko-KR" altLang="en-US" sz="7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022409D-625C-BBE7-01CC-0EB22E278D3D}"/>
              </a:ext>
            </a:extLst>
          </p:cNvPr>
          <p:cNvSpPr/>
          <p:nvPr/>
        </p:nvSpPr>
        <p:spPr>
          <a:xfrm>
            <a:off x="6534665" y="2938395"/>
            <a:ext cx="790503" cy="324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AXI</a:t>
            </a:r>
          </a:p>
          <a:p>
            <a:pPr algn="ctr"/>
            <a:r>
              <a:rPr lang="en-US" altLang="ko-KR" sz="900" dirty="0"/>
              <a:t>FIFO</a:t>
            </a:r>
            <a:endParaRPr lang="ko-KR" altLang="en-US" sz="900" dirty="0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A8A20B88-2CAE-77FB-8B87-27CEDC45C5D4}"/>
              </a:ext>
            </a:extLst>
          </p:cNvPr>
          <p:cNvSpPr/>
          <p:nvPr/>
        </p:nvSpPr>
        <p:spPr>
          <a:xfrm>
            <a:off x="6544977" y="3284451"/>
            <a:ext cx="790503" cy="324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AXI</a:t>
            </a:r>
          </a:p>
          <a:p>
            <a:pPr algn="ctr"/>
            <a:r>
              <a:rPr lang="en-US" altLang="ko-KR" sz="900" dirty="0"/>
              <a:t>FIFO</a:t>
            </a:r>
            <a:endParaRPr lang="ko-KR" altLang="en-US" sz="900" dirty="0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7B72A907-73A3-D8E2-4F10-85882EA589B5}"/>
              </a:ext>
            </a:extLst>
          </p:cNvPr>
          <p:cNvSpPr/>
          <p:nvPr/>
        </p:nvSpPr>
        <p:spPr>
          <a:xfrm>
            <a:off x="6540957" y="3721709"/>
            <a:ext cx="790503" cy="324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AXI</a:t>
            </a:r>
          </a:p>
          <a:p>
            <a:pPr algn="ctr"/>
            <a:r>
              <a:rPr lang="en-US" altLang="ko-KR" sz="900" dirty="0"/>
              <a:t>FIFO</a:t>
            </a:r>
            <a:endParaRPr lang="ko-KR" altLang="en-US" sz="900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D24C608-6332-66CC-EE75-B6DCEDB1173C}"/>
              </a:ext>
            </a:extLst>
          </p:cNvPr>
          <p:cNvSpPr/>
          <p:nvPr/>
        </p:nvSpPr>
        <p:spPr>
          <a:xfrm>
            <a:off x="6551269" y="4067765"/>
            <a:ext cx="790503" cy="324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AXI</a:t>
            </a:r>
          </a:p>
          <a:p>
            <a:pPr algn="ctr"/>
            <a:r>
              <a:rPr lang="en-US" altLang="ko-KR" sz="900" dirty="0"/>
              <a:t>FIFO</a:t>
            </a:r>
            <a:endParaRPr lang="ko-KR" altLang="en-US" sz="900" dirty="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D6BD278D-AAD8-5BCA-C1D4-0999296C7E30}"/>
              </a:ext>
            </a:extLst>
          </p:cNvPr>
          <p:cNvCxnSpPr/>
          <p:nvPr/>
        </p:nvCxnSpPr>
        <p:spPr>
          <a:xfrm>
            <a:off x="5985953" y="3038127"/>
            <a:ext cx="486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B3BC8696-4907-DF5C-7A80-626476F84B84}"/>
              </a:ext>
            </a:extLst>
          </p:cNvPr>
          <p:cNvCxnSpPr/>
          <p:nvPr/>
        </p:nvCxnSpPr>
        <p:spPr>
          <a:xfrm>
            <a:off x="5985953" y="3499885"/>
            <a:ext cx="486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596FE4D-EE8C-A2FE-F416-03DD6E81CF3E}"/>
              </a:ext>
            </a:extLst>
          </p:cNvPr>
          <p:cNvCxnSpPr/>
          <p:nvPr/>
        </p:nvCxnSpPr>
        <p:spPr>
          <a:xfrm>
            <a:off x="5985953" y="3842501"/>
            <a:ext cx="486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8FDA8AD9-CB7B-6357-A8DE-A8EB510EF660}"/>
              </a:ext>
            </a:extLst>
          </p:cNvPr>
          <p:cNvCxnSpPr/>
          <p:nvPr/>
        </p:nvCxnSpPr>
        <p:spPr>
          <a:xfrm>
            <a:off x="5985953" y="4304259"/>
            <a:ext cx="486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999004AA-2C90-C888-E4E7-1118D0F760BF}"/>
              </a:ext>
            </a:extLst>
          </p:cNvPr>
          <p:cNvSpPr txBox="1"/>
          <p:nvPr/>
        </p:nvSpPr>
        <p:spPr>
          <a:xfrm>
            <a:off x="6986200" y="4671406"/>
            <a:ext cx="136250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1" dirty="0">
                <a:solidFill>
                  <a:srgbClr val="FF0000"/>
                </a:solidFill>
                <a:latin typeface="+mn-ea"/>
              </a:rPr>
              <a:t>200Mhz~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8DEE7AC-8416-34A8-5886-E51D883D4505}"/>
              </a:ext>
            </a:extLst>
          </p:cNvPr>
          <p:cNvSpPr txBox="1"/>
          <p:nvPr/>
        </p:nvSpPr>
        <p:spPr>
          <a:xfrm>
            <a:off x="6093640" y="5130912"/>
            <a:ext cx="28635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dirty="0">
                <a:latin typeface="+mn-ea"/>
              </a:rPr>
              <a:t>payload length byte</a:t>
            </a:r>
          </a:p>
          <a:p>
            <a:r>
              <a:rPr lang="en-US" altLang="ko-KR" sz="700" dirty="0">
                <a:latin typeface="+mn-ea"/>
              </a:rPr>
              <a:t>1024 pixel x 16bit (RGB565) =  2048byte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Dual readout : 4pixel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mode</a:t>
            </a:r>
            <a:endParaRPr lang="ko-KR" altLang="en-US" sz="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E1733-C17B-24AD-802B-9C221379CDAA}"/>
              </a:ext>
            </a:extLst>
          </p:cNvPr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C96D46-D4D8-7620-A187-352B2FF54154}"/>
              </a:ext>
            </a:extLst>
          </p:cNvPr>
          <p:cNvSpPr txBox="1"/>
          <p:nvPr/>
        </p:nvSpPr>
        <p:spPr>
          <a:xfrm>
            <a:off x="179512" y="746385"/>
            <a:ext cx="8892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>
                <a:latin typeface="+mn-ea"/>
              </a:rPr>
              <a:t>Image Data 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971A4F-43DB-F9A8-7BAD-3EB361905C27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DC4F1A-0111-F4AB-F881-A7B8C12A5AFD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93ED70-8D35-A36E-04C3-70C347D0DF87}"/>
              </a:ext>
            </a:extLst>
          </p:cNvPr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69E533-4D5D-45F1-3C66-5BAAEAF45874}"/>
              </a:ext>
            </a:extLst>
          </p:cNvPr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63385D-3CF3-E4F0-DD86-F98C848E560C}"/>
              </a:ext>
            </a:extLst>
          </p:cNvPr>
          <p:cNvSpPr txBox="1"/>
          <p:nvPr/>
        </p:nvSpPr>
        <p:spPr>
          <a:xfrm>
            <a:off x="5613320" y="3999138"/>
            <a:ext cx="763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2pixel , 32bit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A7F4434-C2F9-F980-45EE-880AFD8EB407}"/>
              </a:ext>
            </a:extLst>
          </p:cNvPr>
          <p:cNvSpPr txBox="1"/>
          <p:nvPr/>
        </p:nvSpPr>
        <p:spPr>
          <a:xfrm>
            <a:off x="5586294" y="3180283"/>
            <a:ext cx="76397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dirty="0">
                <a:latin typeface="+mn-ea"/>
              </a:rPr>
              <a:t>2pixel , 32bit</a:t>
            </a:r>
          </a:p>
        </p:txBody>
      </p:sp>
    </p:spTree>
    <p:extLst>
      <p:ext uri="{BB962C8B-B14F-4D97-AF65-F5344CB8AC3E}">
        <p14:creationId xmlns:p14="http://schemas.microsoft.com/office/powerpoint/2010/main" val="1755066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743AB6-C7CD-5FED-92B4-38663BB6E902}"/>
              </a:ext>
            </a:extLst>
          </p:cNvPr>
          <p:cNvSpPr/>
          <p:nvPr/>
        </p:nvSpPr>
        <p:spPr>
          <a:xfrm rot="5400000">
            <a:off x="1657162" y="1592796"/>
            <a:ext cx="720080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3F7AA-F530-97FB-0342-025661AA5F53}"/>
              </a:ext>
            </a:extLst>
          </p:cNvPr>
          <p:cNvSpPr txBox="1"/>
          <p:nvPr/>
        </p:nvSpPr>
        <p:spPr>
          <a:xfrm>
            <a:off x="1477142" y="1312748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clk</a:t>
            </a:r>
            <a:r>
              <a:rPr lang="en-US" altLang="ko-KR" sz="1200" dirty="0"/>
              <a:t> ctrl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EAA58-253E-8054-B43A-CA99B6CFEA7B}"/>
              </a:ext>
            </a:extLst>
          </p:cNvPr>
          <p:cNvSpPr txBox="1"/>
          <p:nvPr/>
        </p:nvSpPr>
        <p:spPr>
          <a:xfrm>
            <a:off x="249536" y="1731601"/>
            <a:ext cx="792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OSC</a:t>
            </a:r>
          </a:p>
          <a:p>
            <a:pPr algn="ctr"/>
            <a:r>
              <a:rPr lang="en-US" altLang="ko-KR" sz="1200" dirty="0"/>
              <a:t>50Mhz</a:t>
            </a:r>
          </a:p>
          <a:p>
            <a:pPr algn="ctr"/>
            <a:r>
              <a:rPr lang="en-US" altLang="ko-KR" sz="1200" dirty="0"/>
              <a:t>diff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6263573-2515-F201-329E-EC2802B479AB}"/>
              </a:ext>
            </a:extLst>
          </p:cNvPr>
          <p:cNvCxnSpPr/>
          <p:nvPr/>
        </p:nvCxnSpPr>
        <p:spPr>
          <a:xfrm>
            <a:off x="2413246" y="1836094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590C52F-B4AC-E4CB-E4F8-BB74233BBE2A}"/>
              </a:ext>
            </a:extLst>
          </p:cNvPr>
          <p:cNvCxnSpPr/>
          <p:nvPr/>
        </p:nvCxnSpPr>
        <p:spPr>
          <a:xfrm>
            <a:off x="2413246" y="2121401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F753C7-2AA8-7984-C627-698FFC8DD13F}"/>
              </a:ext>
            </a:extLst>
          </p:cNvPr>
          <p:cNvSpPr txBox="1"/>
          <p:nvPr/>
        </p:nvSpPr>
        <p:spPr>
          <a:xfrm>
            <a:off x="2274024" y="155589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25Mhz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62E76-888F-C713-9EE7-618F234B95F3}"/>
              </a:ext>
            </a:extLst>
          </p:cNvPr>
          <p:cNvSpPr txBox="1"/>
          <p:nvPr/>
        </p:nvSpPr>
        <p:spPr>
          <a:xfrm>
            <a:off x="2274024" y="184153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100Mhz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66784A8-4D0C-C9D0-EEA9-027070ED61F8}"/>
              </a:ext>
            </a:extLst>
          </p:cNvPr>
          <p:cNvSpPr/>
          <p:nvPr/>
        </p:nvSpPr>
        <p:spPr>
          <a:xfrm rot="5400000">
            <a:off x="5512394" y="1916832"/>
            <a:ext cx="1368152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6D8B55-78BC-AC72-AE3B-651173FF2381}"/>
              </a:ext>
            </a:extLst>
          </p:cNvPr>
          <p:cNvSpPr txBox="1"/>
          <p:nvPr/>
        </p:nvSpPr>
        <p:spPr>
          <a:xfrm>
            <a:off x="5656410" y="1312748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clk</a:t>
            </a:r>
            <a:r>
              <a:rPr lang="en-US" altLang="ko-KR" sz="1200" dirty="0"/>
              <a:t> gen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CFDE7-3B9A-FBB6-31A2-E9FDBE397DFA}"/>
              </a:ext>
            </a:extLst>
          </p:cNvPr>
          <p:cNvSpPr txBox="1"/>
          <p:nvPr/>
        </p:nvSpPr>
        <p:spPr>
          <a:xfrm>
            <a:off x="4973777" y="1545310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100Mhz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6BEC6A-F192-A413-1519-B84D52A9C92A}"/>
              </a:ext>
            </a:extLst>
          </p:cNvPr>
          <p:cNvCxnSpPr/>
          <p:nvPr/>
        </p:nvCxnSpPr>
        <p:spPr>
          <a:xfrm>
            <a:off x="6592514" y="1836094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A660536-81B8-EAEE-AF6C-614E9F4C6C5D}"/>
              </a:ext>
            </a:extLst>
          </p:cNvPr>
          <p:cNvCxnSpPr/>
          <p:nvPr/>
        </p:nvCxnSpPr>
        <p:spPr>
          <a:xfrm>
            <a:off x="6592514" y="2121401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DB33B9-CBAD-C26C-ACB4-854D643E0B08}"/>
              </a:ext>
            </a:extLst>
          </p:cNvPr>
          <p:cNvSpPr txBox="1"/>
          <p:nvPr/>
        </p:nvSpPr>
        <p:spPr>
          <a:xfrm>
            <a:off x="6453292" y="155589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25Mhz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F02103-4F8E-8335-7A03-84D9589745BA}"/>
              </a:ext>
            </a:extLst>
          </p:cNvPr>
          <p:cNvSpPr txBox="1"/>
          <p:nvPr/>
        </p:nvSpPr>
        <p:spPr>
          <a:xfrm>
            <a:off x="6453292" y="184153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100Mhz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6C0DF94-ABF6-7DBF-1DB1-67EAA46F1E29}"/>
              </a:ext>
            </a:extLst>
          </p:cNvPr>
          <p:cNvCxnSpPr/>
          <p:nvPr/>
        </p:nvCxnSpPr>
        <p:spPr>
          <a:xfrm>
            <a:off x="962518" y="1886413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1576CE2-C22D-2AD2-CB45-2F8DA0332C89}"/>
              </a:ext>
            </a:extLst>
          </p:cNvPr>
          <p:cNvCxnSpPr/>
          <p:nvPr/>
        </p:nvCxnSpPr>
        <p:spPr>
          <a:xfrm>
            <a:off x="962518" y="207236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C1849C6-0C51-FA5C-EF45-9677F32F1ED3}"/>
              </a:ext>
            </a:extLst>
          </p:cNvPr>
          <p:cNvCxnSpPr/>
          <p:nvPr/>
        </p:nvCxnSpPr>
        <p:spPr>
          <a:xfrm>
            <a:off x="5141786" y="1854438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2C582916-6531-2A82-3DC0-DB999A05DABB}"/>
              </a:ext>
            </a:extLst>
          </p:cNvPr>
          <p:cNvSpPr/>
          <p:nvPr/>
        </p:nvSpPr>
        <p:spPr>
          <a:xfrm rot="16200000">
            <a:off x="5450153" y="2210381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BDD4C-5D34-FD33-D508-F86D3E8D9BB2}"/>
              </a:ext>
            </a:extLst>
          </p:cNvPr>
          <p:cNvSpPr txBox="1"/>
          <p:nvPr/>
        </p:nvSpPr>
        <p:spPr>
          <a:xfrm>
            <a:off x="4330526" y="2118536"/>
            <a:ext cx="1152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ROIC </a:t>
            </a:r>
          </a:p>
          <a:p>
            <a:pPr algn="ctr"/>
            <a:r>
              <a:rPr lang="en-US" altLang="ko-KR" sz="1200" dirty="0"/>
              <a:t>ctrl signal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C09B35-D6E2-F4BD-9AC5-6D0C9CA07650}"/>
              </a:ext>
            </a:extLst>
          </p:cNvPr>
          <p:cNvSpPr txBox="1"/>
          <p:nvPr/>
        </p:nvSpPr>
        <p:spPr>
          <a:xfrm>
            <a:off x="6921834" y="2311293"/>
            <a:ext cx="1152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ROIC </a:t>
            </a:r>
          </a:p>
          <a:p>
            <a:pPr algn="ctr"/>
            <a:r>
              <a:rPr lang="en-US" altLang="ko-KR" sz="1200" dirty="0"/>
              <a:t>DCLK , burst</a:t>
            </a:r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358A6696-4F15-6603-16AE-33BE3839D6BF}"/>
              </a:ext>
            </a:extLst>
          </p:cNvPr>
          <p:cNvSpPr/>
          <p:nvPr/>
        </p:nvSpPr>
        <p:spPr>
          <a:xfrm rot="16200000">
            <a:off x="6633072" y="2378608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3DD832-7F76-D4DD-D11E-54A06B361E58}"/>
              </a:ext>
            </a:extLst>
          </p:cNvPr>
          <p:cNvSpPr/>
          <p:nvPr/>
        </p:nvSpPr>
        <p:spPr>
          <a:xfrm rot="5400000">
            <a:off x="1410860" y="4226817"/>
            <a:ext cx="1212684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5BAA3-21FB-6AF2-EFCF-9310A8810B55}"/>
              </a:ext>
            </a:extLst>
          </p:cNvPr>
          <p:cNvSpPr txBox="1"/>
          <p:nvPr/>
        </p:nvSpPr>
        <p:spPr>
          <a:xfrm>
            <a:off x="1477142" y="370046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reg </a:t>
            </a:r>
            <a:r>
              <a:rPr lang="en-US" altLang="ko-KR" sz="1200" dirty="0" err="1"/>
              <a:t>spi</a:t>
            </a:r>
            <a:endParaRPr lang="en-US" altLang="ko-KR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C4745-5946-7BEE-A502-B96427394311}"/>
              </a:ext>
            </a:extLst>
          </p:cNvPr>
          <p:cNvSpPr txBox="1"/>
          <p:nvPr/>
        </p:nvSpPr>
        <p:spPr>
          <a:xfrm>
            <a:off x="249536" y="4119320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spi</a:t>
            </a:r>
            <a:r>
              <a:rPr lang="en-US" altLang="ko-KR" sz="1200" dirty="0"/>
              <a:t> 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E24F6D0-9FE3-18A5-6D3C-AAA2576D70C3}"/>
              </a:ext>
            </a:extLst>
          </p:cNvPr>
          <p:cNvCxnSpPr/>
          <p:nvPr/>
        </p:nvCxnSpPr>
        <p:spPr>
          <a:xfrm>
            <a:off x="2413246" y="4223813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37BFEE7-3D22-D9EE-7BA1-D778AFD48B57}"/>
              </a:ext>
            </a:extLst>
          </p:cNvPr>
          <p:cNvCxnSpPr/>
          <p:nvPr/>
        </p:nvCxnSpPr>
        <p:spPr>
          <a:xfrm>
            <a:off x="2400067" y="4524835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103C2B6-B159-591E-C2EC-9F271A463B4E}"/>
              </a:ext>
            </a:extLst>
          </p:cNvPr>
          <p:cNvSpPr txBox="1"/>
          <p:nvPr/>
        </p:nvSpPr>
        <p:spPr>
          <a:xfrm>
            <a:off x="2287642" y="3878019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RD/WR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DBA9B-A957-ADD0-066A-D88949617779}"/>
              </a:ext>
            </a:extLst>
          </p:cNvPr>
          <p:cNvSpPr txBox="1"/>
          <p:nvPr/>
        </p:nvSpPr>
        <p:spPr>
          <a:xfrm>
            <a:off x="2261999" y="4276612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Addr</a:t>
            </a:r>
            <a:endParaRPr lang="en-US" altLang="ko-KR" sz="1200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036753F-5DDE-9516-40E2-28D8783D276F}"/>
              </a:ext>
            </a:extLst>
          </p:cNvPr>
          <p:cNvCxnSpPr/>
          <p:nvPr/>
        </p:nvCxnSpPr>
        <p:spPr>
          <a:xfrm>
            <a:off x="962518" y="4274132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CB8C550-FF9A-2827-9461-6B54BC450F96}"/>
              </a:ext>
            </a:extLst>
          </p:cNvPr>
          <p:cNvCxnSpPr/>
          <p:nvPr/>
        </p:nvCxnSpPr>
        <p:spPr>
          <a:xfrm>
            <a:off x="2400067" y="4797152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8AD8519-0120-8424-BC09-3F7CBE880EAC}"/>
              </a:ext>
            </a:extLst>
          </p:cNvPr>
          <p:cNvCxnSpPr/>
          <p:nvPr/>
        </p:nvCxnSpPr>
        <p:spPr>
          <a:xfrm>
            <a:off x="2400067" y="5085184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C055B9D-B9F0-C711-E74D-63E78F116F75}"/>
              </a:ext>
            </a:extLst>
          </p:cNvPr>
          <p:cNvSpPr txBox="1"/>
          <p:nvPr/>
        </p:nvSpPr>
        <p:spPr>
          <a:xfrm>
            <a:off x="2261999" y="4526226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A06237-A2F8-D046-DBB7-4C72761CC8BF}"/>
              </a:ext>
            </a:extLst>
          </p:cNvPr>
          <p:cNvSpPr txBox="1"/>
          <p:nvPr/>
        </p:nvSpPr>
        <p:spPr>
          <a:xfrm>
            <a:off x="2274024" y="4825295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status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7E17564-1A0B-C51A-7AC8-EBEA8A24B758}"/>
              </a:ext>
            </a:extLst>
          </p:cNvPr>
          <p:cNvSpPr/>
          <p:nvPr/>
        </p:nvSpPr>
        <p:spPr>
          <a:xfrm rot="5400000">
            <a:off x="5555568" y="4236703"/>
            <a:ext cx="1212684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07940-326A-1E64-B1F1-97CB7E0F104B}"/>
              </a:ext>
            </a:extLst>
          </p:cNvPr>
          <p:cNvSpPr txBox="1"/>
          <p:nvPr/>
        </p:nvSpPr>
        <p:spPr>
          <a:xfrm>
            <a:off x="5621850" y="3710353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reg map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4C9C8CC-3597-6FDC-1208-12C169093C91}"/>
              </a:ext>
            </a:extLst>
          </p:cNvPr>
          <p:cNvCxnSpPr/>
          <p:nvPr/>
        </p:nvCxnSpPr>
        <p:spPr>
          <a:xfrm>
            <a:off x="4920320" y="4258328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045E5FE-2E64-91CA-1DC9-83D0FBD745D3}"/>
              </a:ext>
            </a:extLst>
          </p:cNvPr>
          <p:cNvCxnSpPr/>
          <p:nvPr/>
        </p:nvCxnSpPr>
        <p:spPr>
          <a:xfrm>
            <a:off x="4907141" y="4559350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859E12F-81B5-0B7A-52B2-7801A5EDE9D8}"/>
              </a:ext>
            </a:extLst>
          </p:cNvPr>
          <p:cNvSpPr txBox="1"/>
          <p:nvPr/>
        </p:nvSpPr>
        <p:spPr>
          <a:xfrm>
            <a:off x="4794716" y="391253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RD/WR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231814-95F6-DC1C-5F0B-5CA463222B19}"/>
              </a:ext>
            </a:extLst>
          </p:cNvPr>
          <p:cNvSpPr txBox="1"/>
          <p:nvPr/>
        </p:nvSpPr>
        <p:spPr>
          <a:xfrm>
            <a:off x="4769073" y="431112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Addr</a:t>
            </a:r>
            <a:endParaRPr lang="en-US" altLang="ko-KR" sz="12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E74B5E-674B-2A43-4555-4270D5653CA8}"/>
              </a:ext>
            </a:extLst>
          </p:cNvPr>
          <p:cNvCxnSpPr/>
          <p:nvPr/>
        </p:nvCxnSpPr>
        <p:spPr>
          <a:xfrm>
            <a:off x="4907141" y="4831667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85341B53-AC9B-5E11-30F2-DA6106AB281A}"/>
              </a:ext>
            </a:extLst>
          </p:cNvPr>
          <p:cNvCxnSpPr/>
          <p:nvPr/>
        </p:nvCxnSpPr>
        <p:spPr>
          <a:xfrm>
            <a:off x="4907141" y="511969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3C97143-276E-AB67-65C4-1AD9718E5228}"/>
              </a:ext>
            </a:extLst>
          </p:cNvPr>
          <p:cNvSpPr txBox="1"/>
          <p:nvPr/>
        </p:nvSpPr>
        <p:spPr>
          <a:xfrm>
            <a:off x="4769073" y="4560741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Data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25991E-9A2E-2BEF-64D5-0C30939EC3C6}"/>
              </a:ext>
            </a:extLst>
          </p:cNvPr>
          <p:cNvSpPr txBox="1"/>
          <p:nvPr/>
        </p:nvSpPr>
        <p:spPr>
          <a:xfrm>
            <a:off x="4781098" y="4859810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status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79007C3-31F6-F301-3B23-E326F3F2176B}"/>
              </a:ext>
            </a:extLst>
          </p:cNvPr>
          <p:cNvCxnSpPr/>
          <p:nvPr/>
        </p:nvCxnSpPr>
        <p:spPr>
          <a:xfrm>
            <a:off x="6584905" y="439631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5D521C-C148-7EB9-2264-4DD2A7FA8EF1}"/>
              </a:ext>
            </a:extLst>
          </p:cNvPr>
          <p:cNvSpPr txBox="1"/>
          <p:nvPr/>
        </p:nvSpPr>
        <p:spPr>
          <a:xfrm>
            <a:off x="7243545" y="4161196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register </a:t>
            </a:r>
          </a:p>
          <a:p>
            <a:pPr algn="ctr"/>
            <a:r>
              <a:rPr lang="en-US" altLang="ko-KR" sz="1200" dirty="0"/>
              <a:t>signal 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BACD94F-3D5B-B883-29A8-FF557215A966}"/>
              </a:ext>
            </a:extLst>
          </p:cNvPr>
          <p:cNvSpPr/>
          <p:nvPr/>
        </p:nvSpPr>
        <p:spPr>
          <a:xfrm>
            <a:off x="3702850" y="5317727"/>
            <a:ext cx="684585" cy="36933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9EC966-F189-CCB5-6A06-318A2E51AD5B}"/>
              </a:ext>
            </a:extLst>
          </p:cNvPr>
          <p:cNvSpPr/>
          <p:nvPr/>
        </p:nvSpPr>
        <p:spPr>
          <a:xfrm>
            <a:off x="3702849" y="5904544"/>
            <a:ext cx="684585" cy="36933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A302E5-9115-D27A-7602-80006564BAB3}"/>
              </a:ext>
            </a:extLst>
          </p:cNvPr>
          <p:cNvSpPr txBox="1"/>
          <p:nvPr/>
        </p:nvSpPr>
        <p:spPr>
          <a:xfrm>
            <a:off x="3543661" y="4981260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fifo</a:t>
            </a:r>
            <a:endParaRPr lang="en-US" altLang="ko-KR" sz="1200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D970C17-6079-B9AC-3FE9-6FE727575A59}"/>
              </a:ext>
            </a:extLst>
          </p:cNvPr>
          <p:cNvCxnSpPr/>
          <p:nvPr/>
        </p:nvCxnSpPr>
        <p:spPr>
          <a:xfrm>
            <a:off x="3002231" y="5483658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C352CA97-5BB1-39B8-687C-877330BA5FAA}"/>
              </a:ext>
            </a:extLst>
          </p:cNvPr>
          <p:cNvCxnSpPr/>
          <p:nvPr/>
        </p:nvCxnSpPr>
        <p:spPr>
          <a:xfrm>
            <a:off x="4387434" y="5502393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9F78C81-D8FC-1357-9E10-901D05EF2916}"/>
              </a:ext>
            </a:extLst>
          </p:cNvPr>
          <p:cNvCxnSpPr>
            <a:cxnSpLocks/>
          </p:cNvCxnSpPr>
          <p:nvPr/>
        </p:nvCxnSpPr>
        <p:spPr>
          <a:xfrm flipH="1">
            <a:off x="4411458" y="6089210"/>
            <a:ext cx="7303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74C2D74A-5481-9224-2567-6D883EB6C2D1}"/>
              </a:ext>
            </a:extLst>
          </p:cNvPr>
          <p:cNvCxnSpPr>
            <a:cxnSpLocks/>
          </p:cNvCxnSpPr>
          <p:nvPr/>
        </p:nvCxnSpPr>
        <p:spPr>
          <a:xfrm flipH="1">
            <a:off x="3002231" y="6085628"/>
            <a:ext cx="610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283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직사각형 92">
            <a:extLst>
              <a:ext uri="{FF2B5EF4-FFF2-40B4-BE49-F238E27FC236}">
                <a16:creationId xmlns:a16="http://schemas.microsoft.com/office/drawing/2014/main" id="{3B101C67-899A-2976-7BF9-538CE5A07EA5}"/>
              </a:ext>
            </a:extLst>
          </p:cNvPr>
          <p:cNvSpPr/>
          <p:nvPr/>
        </p:nvSpPr>
        <p:spPr>
          <a:xfrm>
            <a:off x="2013736" y="993545"/>
            <a:ext cx="5570434" cy="529856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6C231AE-A180-32F6-19D3-EDF6A8EEF07D}"/>
              </a:ext>
            </a:extLst>
          </p:cNvPr>
          <p:cNvSpPr/>
          <p:nvPr/>
        </p:nvSpPr>
        <p:spPr>
          <a:xfrm>
            <a:off x="5721539" y="2711930"/>
            <a:ext cx="583146" cy="72732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4FB5AE-17A3-E1C8-4695-C6FEB87F1D1D}"/>
              </a:ext>
            </a:extLst>
          </p:cNvPr>
          <p:cNvSpPr txBox="1"/>
          <p:nvPr/>
        </p:nvSpPr>
        <p:spPr>
          <a:xfrm>
            <a:off x="5331447" y="2316299"/>
            <a:ext cx="1267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reg_map</a:t>
            </a:r>
            <a:endParaRPr lang="en-US" altLang="ko-KR" sz="1200" dirty="0"/>
          </a:p>
          <a:p>
            <a:pPr algn="ctr"/>
            <a:r>
              <a:rPr lang="en-US" altLang="ko-KR" sz="1200" dirty="0" err="1"/>
              <a:t>addr</a:t>
            </a:r>
            <a:r>
              <a:rPr lang="en-US" altLang="ko-KR" sz="1200" dirty="0"/>
              <a:t> decoder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701CD99-8171-ADAD-6D51-37AE565CA3D2}"/>
              </a:ext>
            </a:extLst>
          </p:cNvPr>
          <p:cNvSpPr/>
          <p:nvPr/>
        </p:nvSpPr>
        <p:spPr>
          <a:xfrm>
            <a:off x="6926519" y="2791186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7C77F4-14A1-E3A6-048F-1A05E1637B2F}"/>
              </a:ext>
            </a:extLst>
          </p:cNvPr>
          <p:cNvSpPr txBox="1"/>
          <p:nvPr/>
        </p:nvSpPr>
        <p:spPr>
          <a:xfrm>
            <a:off x="6472589" y="2489289"/>
            <a:ext cx="1267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reg_spi</a:t>
            </a:r>
            <a:endParaRPr lang="en-US" altLang="ko-KR" sz="1200" dirty="0"/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416C7519-D492-1BEF-25CD-704D1319E36F}"/>
              </a:ext>
            </a:extLst>
          </p:cNvPr>
          <p:cNvSpPr/>
          <p:nvPr/>
        </p:nvSpPr>
        <p:spPr>
          <a:xfrm rot="5400000">
            <a:off x="7483769" y="2976723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55F08D-0111-2F8F-130E-442D3F3471D4}"/>
              </a:ext>
            </a:extLst>
          </p:cNvPr>
          <p:cNvSpPr txBox="1"/>
          <p:nvPr/>
        </p:nvSpPr>
        <p:spPr>
          <a:xfrm>
            <a:off x="7773765" y="2901505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from</a:t>
            </a:r>
          </a:p>
          <a:p>
            <a:pPr algn="ctr"/>
            <a:r>
              <a:rPr lang="en-US" altLang="ko-KR" sz="1200" dirty="0" err="1"/>
              <a:t>unicon</a:t>
            </a:r>
            <a:endParaRPr lang="en-US" altLang="ko-KR" sz="1200" dirty="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A6302D62-0918-A41F-4948-9FE881268135}"/>
              </a:ext>
            </a:extLst>
          </p:cNvPr>
          <p:cNvSpPr/>
          <p:nvPr/>
        </p:nvSpPr>
        <p:spPr>
          <a:xfrm rot="5400000">
            <a:off x="6378587" y="2976724"/>
            <a:ext cx="285306" cy="276999"/>
          </a:xfrm>
          <a:prstGeom prst="down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8E42A30-C80A-0CBE-60E9-F6A766C7B7AF}"/>
              </a:ext>
            </a:extLst>
          </p:cNvPr>
          <p:cNvSpPr/>
          <p:nvPr/>
        </p:nvSpPr>
        <p:spPr>
          <a:xfrm>
            <a:off x="6926519" y="4205747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579368-59B7-386D-9768-B6BCACD38DAB}"/>
              </a:ext>
            </a:extLst>
          </p:cNvPr>
          <p:cNvSpPr txBox="1"/>
          <p:nvPr/>
        </p:nvSpPr>
        <p:spPr>
          <a:xfrm>
            <a:off x="6472589" y="3903851"/>
            <a:ext cx="1267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CSI2 </a:t>
            </a:r>
            <a:r>
              <a:rPr lang="en-US" altLang="ko-KR" sz="1200" dirty="0" err="1"/>
              <a:t>mipi</a:t>
            </a:r>
            <a:endParaRPr lang="en-US" altLang="ko-KR" sz="1200" dirty="0"/>
          </a:p>
        </p:txBody>
      </p:sp>
      <p:sp>
        <p:nvSpPr>
          <p:cNvPr id="27" name="화살표: 아래쪽 26">
            <a:extLst>
              <a:ext uri="{FF2B5EF4-FFF2-40B4-BE49-F238E27FC236}">
                <a16:creationId xmlns:a16="http://schemas.microsoft.com/office/drawing/2014/main" id="{5A0F994C-1335-3033-E272-CA743CD44570}"/>
              </a:ext>
            </a:extLst>
          </p:cNvPr>
          <p:cNvSpPr/>
          <p:nvPr/>
        </p:nvSpPr>
        <p:spPr>
          <a:xfrm rot="16200000">
            <a:off x="7507315" y="4440384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D46264-E245-8C7F-AE7B-A21822A2CFAB}"/>
              </a:ext>
            </a:extLst>
          </p:cNvPr>
          <p:cNvSpPr txBox="1"/>
          <p:nvPr/>
        </p:nvSpPr>
        <p:spPr>
          <a:xfrm>
            <a:off x="7797556" y="4256938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to</a:t>
            </a:r>
          </a:p>
          <a:p>
            <a:pPr algn="ctr"/>
            <a:r>
              <a:rPr lang="en-US" altLang="ko-KR" sz="1200" dirty="0" err="1"/>
              <a:t>unicon</a:t>
            </a:r>
            <a:endParaRPr lang="en-US" altLang="ko-KR" sz="1200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4687834-4B51-46A9-167C-6811CDCEF52C}"/>
              </a:ext>
            </a:extLst>
          </p:cNvPr>
          <p:cNvSpPr/>
          <p:nvPr/>
        </p:nvSpPr>
        <p:spPr>
          <a:xfrm>
            <a:off x="5921085" y="4205747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12CA35-CDB3-B61E-56B2-C73A7C92AFF1}"/>
              </a:ext>
            </a:extLst>
          </p:cNvPr>
          <p:cNvSpPr txBox="1"/>
          <p:nvPr/>
        </p:nvSpPr>
        <p:spPr>
          <a:xfrm>
            <a:off x="5462212" y="3900987"/>
            <a:ext cx="1267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out data </a:t>
            </a:r>
            <a:r>
              <a:rPr lang="en-US" altLang="ko-KR" sz="1200" dirty="0" err="1"/>
              <a:t>fifo</a:t>
            </a:r>
            <a:endParaRPr lang="en-US" altLang="ko-KR" sz="12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7B5C2A6-6506-89FE-24D3-615F603D0357}"/>
              </a:ext>
            </a:extLst>
          </p:cNvPr>
          <p:cNvSpPr/>
          <p:nvPr/>
        </p:nvSpPr>
        <p:spPr>
          <a:xfrm>
            <a:off x="5039959" y="4205747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FB021E-0624-B50C-9625-AED84DBFF3F0}"/>
              </a:ext>
            </a:extLst>
          </p:cNvPr>
          <p:cNvSpPr txBox="1"/>
          <p:nvPr/>
        </p:nvSpPr>
        <p:spPr>
          <a:xfrm>
            <a:off x="4785434" y="3900987"/>
            <a:ext cx="864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mux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45A18492-3C62-6717-3367-110FC83091C3}"/>
              </a:ext>
            </a:extLst>
          </p:cNvPr>
          <p:cNvGrpSpPr/>
          <p:nvPr/>
        </p:nvGrpSpPr>
        <p:grpSpPr>
          <a:xfrm>
            <a:off x="3826404" y="4331878"/>
            <a:ext cx="735879" cy="461667"/>
            <a:chOff x="4117025" y="4335485"/>
            <a:chExt cx="735879" cy="461667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17477F77-DEF7-4796-748D-E3D8CB0EDCE6}"/>
                </a:ext>
              </a:extLst>
            </p:cNvPr>
            <p:cNvSpPr/>
            <p:nvPr/>
          </p:nvSpPr>
          <p:spPr>
            <a:xfrm rot="16200000">
              <a:off x="4390368" y="4149949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C71C2B90-4685-44E0-791A-15C385193D6B}"/>
                </a:ext>
              </a:extLst>
            </p:cNvPr>
            <p:cNvSpPr/>
            <p:nvPr/>
          </p:nvSpPr>
          <p:spPr>
            <a:xfrm rot="16200000">
              <a:off x="4363873" y="4196117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171685C6-EE2D-A9B6-61B6-CF0E0052C38E}"/>
                </a:ext>
              </a:extLst>
            </p:cNvPr>
            <p:cNvSpPr/>
            <p:nvPr/>
          </p:nvSpPr>
          <p:spPr>
            <a:xfrm rot="16200000">
              <a:off x="4337378" y="4269496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FD388F5B-1A25-1249-01B2-4E83B361FCAB}"/>
                </a:ext>
              </a:extLst>
            </p:cNvPr>
            <p:cNvSpPr/>
            <p:nvPr/>
          </p:nvSpPr>
          <p:spPr>
            <a:xfrm rot="16200000">
              <a:off x="4302561" y="4334616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D953F88-4E32-86AE-6A9E-BB3EE459C9A7}"/>
              </a:ext>
            </a:extLst>
          </p:cNvPr>
          <p:cNvSpPr txBox="1"/>
          <p:nvPr/>
        </p:nvSpPr>
        <p:spPr>
          <a:xfrm>
            <a:off x="3792169" y="3925857"/>
            <a:ext cx="864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BRAM</a:t>
            </a:r>
          </a:p>
          <a:p>
            <a:pPr algn="ctr"/>
            <a:r>
              <a:rPr lang="en-US" altLang="ko-KR" sz="1200" dirty="0"/>
              <a:t>x 12</a:t>
            </a:r>
          </a:p>
        </p:txBody>
      </p: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FD633A5A-6C4D-3C80-82B8-69C220B825D4}"/>
              </a:ext>
            </a:extLst>
          </p:cNvPr>
          <p:cNvSpPr/>
          <p:nvPr/>
        </p:nvSpPr>
        <p:spPr>
          <a:xfrm rot="16200000">
            <a:off x="4676605" y="4399295"/>
            <a:ext cx="285306" cy="276999"/>
          </a:xfrm>
          <a:prstGeom prst="down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아래쪽 38">
            <a:extLst>
              <a:ext uri="{FF2B5EF4-FFF2-40B4-BE49-F238E27FC236}">
                <a16:creationId xmlns:a16="http://schemas.microsoft.com/office/drawing/2014/main" id="{54E97F62-290B-5D32-9921-8AE97A52CCE6}"/>
              </a:ext>
            </a:extLst>
          </p:cNvPr>
          <p:cNvSpPr/>
          <p:nvPr/>
        </p:nvSpPr>
        <p:spPr>
          <a:xfrm rot="16200000">
            <a:off x="5568473" y="4399295"/>
            <a:ext cx="285306" cy="276999"/>
          </a:xfrm>
          <a:prstGeom prst="down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아래쪽 39">
            <a:extLst>
              <a:ext uri="{FF2B5EF4-FFF2-40B4-BE49-F238E27FC236}">
                <a16:creationId xmlns:a16="http://schemas.microsoft.com/office/drawing/2014/main" id="{F4F62350-40CF-4FC1-8F38-169CE23FE851}"/>
              </a:ext>
            </a:extLst>
          </p:cNvPr>
          <p:cNvSpPr/>
          <p:nvPr/>
        </p:nvSpPr>
        <p:spPr>
          <a:xfrm rot="16200000">
            <a:off x="6461169" y="4399295"/>
            <a:ext cx="285306" cy="276999"/>
          </a:xfrm>
          <a:prstGeom prst="down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92E3EB-F16D-21C6-4252-A26F7A95417C}"/>
              </a:ext>
            </a:extLst>
          </p:cNvPr>
          <p:cNvSpPr txBox="1"/>
          <p:nvPr/>
        </p:nvSpPr>
        <p:spPr>
          <a:xfrm>
            <a:off x="4297926" y="4701210"/>
            <a:ext cx="864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32bit</a:t>
            </a:r>
          </a:p>
          <a:p>
            <a:pPr algn="ctr"/>
            <a:r>
              <a:rPr lang="en-US" altLang="ko-KR" sz="1200" dirty="0"/>
              <a:t>x 12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8840E-A6BD-3502-A967-1663E999EFDC}"/>
              </a:ext>
            </a:extLst>
          </p:cNvPr>
          <p:cNvSpPr txBox="1"/>
          <p:nvPr/>
        </p:nvSpPr>
        <p:spPr>
          <a:xfrm>
            <a:off x="5251060" y="4728425"/>
            <a:ext cx="864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32bit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0E73D6D-1E5D-3018-7230-3FE030FAD38A}"/>
              </a:ext>
            </a:extLst>
          </p:cNvPr>
          <p:cNvGrpSpPr/>
          <p:nvPr/>
        </p:nvGrpSpPr>
        <p:grpSpPr>
          <a:xfrm>
            <a:off x="2516201" y="4325787"/>
            <a:ext cx="735879" cy="461667"/>
            <a:chOff x="4117025" y="4335485"/>
            <a:chExt cx="735879" cy="461667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AA1F162-0202-2A7D-36B6-2A31610B1F77}"/>
                </a:ext>
              </a:extLst>
            </p:cNvPr>
            <p:cNvSpPr/>
            <p:nvPr/>
          </p:nvSpPr>
          <p:spPr>
            <a:xfrm rot="16200000">
              <a:off x="4390368" y="4149949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E9F25AB3-419D-01F1-9475-E20D8C967803}"/>
                </a:ext>
              </a:extLst>
            </p:cNvPr>
            <p:cNvSpPr/>
            <p:nvPr/>
          </p:nvSpPr>
          <p:spPr>
            <a:xfrm rot="16200000">
              <a:off x="4363873" y="4196117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5CAB481-9662-B505-CCFD-172A7CB2208C}"/>
                </a:ext>
              </a:extLst>
            </p:cNvPr>
            <p:cNvSpPr/>
            <p:nvPr/>
          </p:nvSpPr>
          <p:spPr>
            <a:xfrm rot="16200000">
              <a:off x="4337378" y="4269496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DAC243C5-E21D-518C-CC4E-5BF86022A83E}"/>
                </a:ext>
              </a:extLst>
            </p:cNvPr>
            <p:cNvSpPr/>
            <p:nvPr/>
          </p:nvSpPr>
          <p:spPr>
            <a:xfrm rot="16200000">
              <a:off x="4302561" y="4334616"/>
              <a:ext cx="277000" cy="648072"/>
            </a:xfrm>
            <a:prstGeom prst="roundRect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A93A7F7E-4CD1-BCCE-D66F-D5AAB5139EB1}"/>
              </a:ext>
            </a:extLst>
          </p:cNvPr>
          <p:cNvSpPr txBox="1"/>
          <p:nvPr/>
        </p:nvSpPr>
        <p:spPr>
          <a:xfrm>
            <a:off x="2481966" y="3919766"/>
            <a:ext cx="864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in SerDes</a:t>
            </a:r>
          </a:p>
          <a:p>
            <a:pPr algn="ctr"/>
            <a:r>
              <a:rPr lang="en-US" altLang="ko-KR" sz="1200" dirty="0"/>
              <a:t>x 12</a:t>
            </a:r>
          </a:p>
        </p:txBody>
      </p:sp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EBD727AC-F35B-0804-E8C9-6C7C4D0EB512}"/>
              </a:ext>
            </a:extLst>
          </p:cNvPr>
          <p:cNvSpPr/>
          <p:nvPr/>
        </p:nvSpPr>
        <p:spPr>
          <a:xfrm rot="16200000">
            <a:off x="3366402" y="4393204"/>
            <a:ext cx="285306" cy="276999"/>
          </a:xfrm>
          <a:prstGeom prst="down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66ECFD-02FE-D7FD-D25D-99349DB555D4}"/>
              </a:ext>
            </a:extLst>
          </p:cNvPr>
          <p:cNvSpPr txBox="1"/>
          <p:nvPr/>
        </p:nvSpPr>
        <p:spPr>
          <a:xfrm>
            <a:off x="3057242" y="4695119"/>
            <a:ext cx="864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16bit x 2</a:t>
            </a:r>
          </a:p>
          <a:p>
            <a:pPr algn="ctr"/>
            <a:r>
              <a:rPr lang="en-US" altLang="ko-KR" sz="1200" dirty="0"/>
              <a:t>x 12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7936AF-6B63-04D5-62AA-AD9F2855F130}"/>
              </a:ext>
            </a:extLst>
          </p:cNvPr>
          <p:cNvSpPr txBox="1"/>
          <p:nvPr/>
        </p:nvSpPr>
        <p:spPr>
          <a:xfrm>
            <a:off x="3071974" y="4150598"/>
            <a:ext cx="864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Data </a:t>
            </a:r>
            <a:r>
              <a:rPr lang="en-US" altLang="ko-KR" sz="1000" dirty="0" err="1"/>
              <a:t>a,b</a:t>
            </a:r>
            <a:endParaRPr lang="en-US" altLang="ko-KR" sz="1000" dirty="0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D022518E-02D5-80BC-35F9-6E2CA954B9A1}"/>
              </a:ext>
            </a:extLst>
          </p:cNvPr>
          <p:cNvSpPr/>
          <p:nvPr/>
        </p:nvSpPr>
        <p:spPr>
          <a:xfrm>
            <a:off x="5980026" y="4324918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971214-5421-0E5D-0B92-766CE9243F45}"/>
              </a:ext>
            </a:extLst>
          </p:cNvPr>
          <p:cNvSpPr txBox="1"/>
          <p:nvPr/>
        </p:nvSpPr>
        <p:spPr>
          <a:xfrm>
            <a:off x="6153587" y="4649529"/>
            <a:ext cx="8640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24bit</a:t>
            </a:r>
          </a:p>
          <a:p>
            <a:pPr algn="ctr"/>
            <a:r>
              <a:rPr lang="en-US" altLang="ko-KR" sz="1200" dirty="0"/>
              <a:t>x 2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AC5BE21C-EF6D-7A38-A5AC-1FFAF4B1EA42}"/>
              </a:ext>
            </a:extLst>
          </p:cNvPr>
          <p:cNvSpPr/>
          <p:nvPr/>
        </p:nvSpPr>
        <p:spPr>
          <a:xfrm>
            <a:off x="7010091" y="4319932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4A6A53-DA73-54F2-0683-28ABA8225AE0}"/>
              </a:ext>
            </a:extLst>
          </p:cNvPr>
          <p:cNvSpPr txBox="1"/>
          <p:nvPr/>
        </p:nvSpPr>
        <p:spPr>
          <a:xfrm>
            <a:off x="6720073" y="4956549"/>
            <a:ext cx="864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2 lane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D56B04-116E-8126-B1B2-9EC85B5D328F}"/>
              </a:ext>
            </a:extLst>
          </p:cNvPr>
          <p:cNvSpPr txBox="1"/>
          <p:nvPr/>
        </p:nvSpPr>
        <p:spPr>
          <a:xfrm>
            <a:off x="7243333" y="5402068"/>
            <a:ext cx="864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4 lane</a:t>
            </a:r>
          </a:p>
        </p:txBody>
      </p:sp>
      <p:sp>
        <p:nvSpPr>
          <p:cNvPr id="58" name="화살표: 아래쪽 57">
            <a:extLst>
              <a:ext uri="{FF2B5EF4-FFF2-40B4-BE49-F238E27FC236}">
                <a16:creationId xmlns:a16="http://schemas.microsoft.com/office/drawing/2014/main" id="{EDABA438-464F-003B-A6EF-A694B2F8C7A4}"/>
              </a:ext>
            </a:extLst>
          </p:cNvPr>
          <p:cNvSpPr/>
          <p:nvPr/>
        </p:nvSpPr>
        <p:spPr>
          <a:xfrm rot="16200000">
            <a:off x="1869368" y="4436023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EC45D9-DCA3-8B8C-DDB2-50C67C5601D1}"/>
              </a:ext>
            </a:extLst>
          </p:cNvPr>
          <p:cNvSpPr txBox="1"/>
          <p:nvPr/>
        </p:nvSpPr>
        <p:spPr>
          <a:xfrm>
            <a:off x="902583" y="4297084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from</a:t>
            </a:r>
          </a:p>
          <a:p>
            <a:pPr algn="ctr"/>
            <a:r>
              <a:rPr lang="en-US" altLang="ko-KR" sz="1200" dirty="0"/>
              <a:t>ROIC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F5E4BB-5637-49CE-A0AA-1508BD6B9E62}"/>
              </a:ext>
            </a:extLst>
          </p:cNvPr>
          <p:cNvSpPr txBox="1"/>
          <p:nvPr/>
        </p:nvSpPr>
        <p:spPr>
          <a:xfrm>
            <a:off x="1118607" y="4725144"/>
            <a:ext cx="1090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LVDS </a:t>
            </a:r>
            <a:r>
              <a:rPr lang="en-US" altLang="ko-KR" sz="1000" dirty="0" err="1"/>
              <a:t>a,b</a:t>
            </a:r>
            <a:endParaRPr lang="en-US" altLang="ko-KR" sz="1000" dirty="0"/>
          </a:p>
          <a:p>
            <a:pPr algn="ctr"/>
            <a:r>
              <a:rPr lang="en-US" altLang="ko-KR" sz="1000" dirty="0"/>
              <a:t>DCLK 200Mhz</a:t>
            </a:r>
          </a:p>
          <a:p>
            <a:pPr algn="ctr"/>
            <a:r>
              <a:rPr lang="en-US" altLang="ko-KR" sz="1000" dirty="0"/>
              <a:t>x 12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9A439E-DEF3-E938-9CFF-FB1FC87D827E}"/>
              </a:ext>
            </a:extLst>
          </p:cNvPr>
          <p:cNvSpPr txBox="1"/>
          <p:nvPr/>
        </p:nvSpPr>
        <p:spPr>
          <a:xfrm>
            <a:off x="3835634" y="3795053"/>
            <a:ext cx="8640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read data </a:t>
            </a:r>
            <a:r>
              <a:rPr lang="en-US" altLang="ko-KR" sz="800" dirty="0" err="1"/>
              <a:t>tx</a:t>
            </a:r>
            <a:endParaRPr lang="en-US" altLang="ko-KR" sz="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BB007EF-F70B-5E3E-F52B-46FAACF23853}"/>
              </a:ext>
            </a:extLst>
          </p:cNvPr>
          <p:cNvSpPr txBox="1"/>
          <p:nvPr/>
        </p:nvSpPr>
        <p:spPr>
          <a:xfrm>
            <a:off x="2481178" y="3785433"/>
            <a:ext cx="8640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 err="1"/>
              <a:t>roic</a:t>
            </a:r>
            <a:r>
              <a:rPr lang="en-US" altLang="ko-KR" sz="800" dirty="0"/>
              <a:t> data latch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FFF451-A1DF-30D9-D7B9-7314454D695F}"/>
              </a:ext>
            </a:extLst>
          </p:cNvPr>
          <p:cNvSpPr txBox="1"/>
          <p:nvPr/>
        </p:nvSpPr>
        <p:spPr>
          <a:xfrm>
            <a:off x="3643788" y="3668994"/>
            <a:ext cx="8640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/>
              <a:t>data </a:t>
            </a:r>
            <a:r>
              <a:rPr lang="en-US" altLang="ko-KR" sz="800" dirty="0" err="1"/>
              <a:t>tx</a:t>
            </a:r>
            <a:r>
              <a:rPr lang="en-US" altLang="ko-KR" sz="800" dirty="0"/>
              <a:t> </a:t>
            </a:r>
            <a:r>
              <a:rPr lang="en-US" altLang="ko-KR" sz="800" dirty="0" err="1"/>
              <a:t>rx</a:t>
            </a:r>
            <a:endParaRPr lang="en-US" altLang="ko-KR" sz="8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0BE1E02-04FD-116F-4390-667E98205FAC}"/>
              </a:ext>
            </a:extLst>
          </p:cNvPr>
          <p:cNvSpPr/>
          <p:nvPr/>
        </p:nvSpPr>
        <p:spPr>
          <a:xfrm>
            <a:off x="2604008" y="1908063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00D5890-3BF7-1E35-A9EF-130567054C8E}"/>
              </a:ext>
            </a:extLst>
          </p:cNvPr>
          <p:cNvSpPr/>
          <p:nvPr/>
        </p:nvSpPr>
        <p:spPr>
          <a:xfrm>
            <a:off x="2604008" y="2921337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9683501-C027-C43A-B934-52E12677FFDE}"/>
              </a:ext>
            </a:extLst>
          </p:cNvPr>
          <p:cNvSpPr/>
          <p:nvPr/>
        </p:nvSpPr>
        <p:spPr>
          <a:xfrm>
            <a:off x="3880682" y="2348423"/>
            <a:ext cx="674918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화살표: 왼쪽/오른쪽 66">
            <a:extLst>
              <a:ext uri="{FF2B5EF4-FFF2-40B4-BE49-F238E27FC236}">
                <a16:creationId xmlns:a16="http://schemas.microsoft.com/office/drawing/2014/main" id="{EA054B13-198D-934F-A023-8C2546203788}"/>
              </a:ext>
            </a:extLst>
          </p:cNvPr>
          <p:cNvSpPr/>
          <p:nvPr/>
        </p:nvSpPr>
        <p:spPr>
          <a:xfrm>
            <a:off x="3643788" y="3122291"/>
            <a:ext cx="2040349" cy="292084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1DD40F-57C9-B127-423D-3A465BC13A84}"/>
              </a:ext>
            </a:extLst>
          </p:cNvPr>
          <p:cNvSpPr txBox="1"/>
          <p:nvPr/>
        </p:nvSpPr>
        <p:spPr>
          <a:xfrm>
            <a:off x="3850067" y="2527478"/>
            <a:ext cx="700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FSM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8A1770A-1552-89DE-AF39-A43ACC6C8B6F}"/>
              </a:ext>
            </a:extLst>
          </p:cNvPr>
          <p:cNvSpPr txBox="1"/>
          <p:nvPr/>
        </p:nvSpPr>
        <p:spPr>
          <a:xfrm>
            <a:off x="2276511" y="1665410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ro</a:t>
            </a:r>
            <a:r>
              <a:rPr lang="en-US" altLang="ko-KR" sz="1200" dirty="0"/>
              <a:t> gate </a:t>
            </a:r>
            <a:r>
              <a:rPr lang="en-US" altLang="ko-KR" sz="1200" dirty="0" err="1"/>
              <a:t>drv</a:t>
            </a:r>
            <a:endParaRPr lang="en-US" altLang="ko-KR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D22409-6C59-C405-29BF-4BF7BD15F717}"/>
              </a:ext>
            </a:extLst>
          </p:cNvPr>
          <p:cNvSpPr txBox="1"/>
          <p:nvPr/>
        </p:nvSpPr>
        <p:spPr>
          <a:xfrm>
            <a:off x="2276510" y="2673483"/>
            <a:ext cx="10186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ro</a:t>
            </a:r>
            <a:r>
              <a:rPr lang="en-US" altLang="ko-KR" sz="1200" dirty="0"/>
              <a:t> reg set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D9770123-4907-E517-FC1E-ED526C4DB89C}"/>
              </a:ext>
            </a:extLst>
          </p:cNvPr>
          <p:cNvSpPr/>
          <p:nvPr/>
        </p:nvSpPr>
        <p:spPr>
          <a:xfrm rot="5400000">
            <a:off x="6777610" y="1369213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D2AA1E-3B4C-FCAA-5D90-382F265F5DDA}"/>
              </a:ext>
            </a:extLst>
          </p:cNvPr>
          <p:cNvSpPr txBox="1"/>
          <p:nvPr/>
        </p:nvSpPr>
        <p:spPr>
          <a:xfrm>
            <a:off x="2306529" y="989042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pwr</a:t>
            </a:r>
            <a:r>
              <a:rPr lang="en-US" altLang="ko-KR" sz="1200" dirty="0"/>
              <a:t> </a:t>
            </a:r>
            <a:r>
              <a:rPr lang="en-US" altLang="ko-KR" sz="1200" dirty="0" err="1"/>
              <a:t>init</a:t>
            </a:r>
            <a:endParaRPr lang="en-US" altLang="ko-KR" sz="1200" dirty="0"/>
          </a:p>
        </p:txBody>
      </p:sp>
      <p:sp>
        <p:nvSpPr>
          <p:cNvPr id="74" name="화살표: 왼쪽/오른쪽 73">
            <a:extLst>
              <a:ext uri="{FF2B5EF4-FFF2-40B4-BE49-F238E27FC236}">
                <a16:creationId xmlns:a16="http://schemas.microsoft.com/office/drawing/2014/main" id="{6E7B0650-DF92-E990-8B39-B02030107F2E}"/>
              </a:ext>
            </a:extLst>
          </p:cNvPr>
          <p:cNvSpPr/>
          <p:nvPr/>
        </p:nvSpPr>
        <p:spPr>
          <a:xfrm rot="5400000">
            <a:off x="3744867" y="2858189"/>
            <a:ext cx="2292739" cy="292084"/>
          </a:xfrm>
          <a:prstGeom prst="left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517DC839-F2D0-65E6-58A0-250098E596D2}"/>
              </a:ext>
            </a:extLst>
          </p:cNvPr>
          <p:cNvSpPr/>
          <p:nvPr/>
        </p:nvSpPr>
        <p:spPr>
          <a:xfrm rot="5400000">
            <a:off x="2628401" y="1118247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671B563-789E-2B93-7AA1-9E80D74A4DC9}"/>
              </a:ext>
            </a:extLst>
          </p:cNvPr>
          <p:cNvSpPr txBox="1"/>
          <p:nvPr/>
        </p:nvSpPr>
        <p:spPr>
          <a:xfrm>
            <a:off x="6405950" y="119717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clk</a:t>
            </a:r>
            <a:r>
              <a:rPr lang="en-US" altLang="ko-KR" sz="1200" dirty="0"/>
              <a:t> ctrl</a:t>
            </a:r>
          </a:p>
        </p:txBody>
      </p:sp>
      <p:sp>
        <p:nvSpPr>
          <p:cNvPr id="77" name="왼쪽 중괄호 76">
            <a:extLst>
              <a:ext uri="{FF2B5EF4-FFF2-40B4-BE49-F238E27FC236}">
                <a16:creationId xmlns:a16="http://schemas.microsoft.com/office/drawing/2014/main" id="{BFF807A0-3A39-2958-C6DF-7F94EA7645C1}"/>
              </a:ext>
            </a:extLst>
          </p:cNvPr>
          <p:cNvSpPr/>
          <p:nvPr/>
        </p:nvSpPr>
        <p:spPr>
          <a:xfrm rot="16200000">
            <a:off x="4823131" y="2836724"/>
            <a:ext cx="347929" cy="4981652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C599A37-6E81-5C37-85C5-CE10359FF922}"/>
              </a:ext>
            </a:extLst>
          </p:cNvPr>
          <p:cNvSpPr txBox="1"/>
          <p:nvPr/>
        </p:nvSpPr>
        <p:spPr>
          <a:xfrm>
            <a:off x="4572858" y="5492225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Single 1</a:t>
            </a:r>
          </a:p>
        </p:txBody>
      </p:sp>
      <p:sp>
        <p:nvSpPr>
          <p:cNvPr id="80" name="왼쪽 중괄호 79">
            <a:extLst>
              <a:ext uri="{FF2B5EF4-FFF2-40B4-BE49-F238E27FC236}">
                <a16:creationId xmlns:a16="http://schemas.microsoft.com/office/drawing/2014/main" id="{6623E952-6775-D5F7-8A72-DBC4057BEF25}"/>
              </a:ext>
            </a:extLst>
          </p:cNvPr>
          <p:cNvSpPr/>
          <p:nvPr/>
        </p:nvSpPr>
        <p:spPr>
          <a:xfrm rot="16200000">
            <a:off x="4798040" y="3376820"/>
            <a:ext cx="347929" cy="4981652"/>
          </a:xfrm>
          <a:prstGeom prst="leftBrac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AA973E4-89B8-D4F6-09A9-5044919AC7B8}"/>
              </a:ext>
            </a:extLst>
          </p:cNvPr>
          <p:cNvSpPr txBox="1"/>
          <p:nvPr/>
        </p:nvSpPr>
        <p:spPr>
          <a:xfrm>
            <a:off x="4547767" y="6032321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Single 2</a:t>
            </a:r>
          </a:p>
        </p:txBody>
      </p:sp>
      <p:sp>
        <p:nvSpPr>
          <p:cNvPr id="82" name="화살표: 아래쪽 81">
            <a:extLst>
              <a:ext uri="{FF2B5EF4-FFF2-40B4-BE49-F238E27FC236}">
                <a16:creationId xmlns:a16="http://schemas.microsoft.com/office/drawing/2014/main" id="{73BDDDE9-EA85-A766-722D-D1E87ED50DB8}"/>
              </a:ext>
            </a:extLst>
          </p:cNvPr>
          <p:cNvSpPr/>
          <p:nvPr/>
        </p:nvSpPr>
        <p:spPr>
          <a:xfrm rot="16200000">
            <a:off x="1866377" y="5486418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CE83DD3-F009-82CB-6170-CF8A3073904B}"/>
              </a:ext>
            </a:extLst>
          </p:cNvPr>
          <p:cNvSpPr txBox="1"/>
          <p:nvPr/>
        </p:nvSpPr>
        <p:spPr>
          <a:xfrm>
            <a:off x="899592" y="5347479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from</a:t>
            </a:r>
          </a:p>
          <a:p>
            <a:pPr algn="ctr"/>
            <a:r>
              <a:rPr lang="en-US" altLang="ko-KR" sz="1200" dirty="0"/>
              <a:t>ROIC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DC3166-7625-9244-BE7D-792B52095967}"/>
              </a:ext>
            </a:extLst>
          </p:cNvPr>
          <p:cNvSpPr txBox="1"/>
          <p:nvPr/>
        </p:nvSpPr>
        <p:spPr>
          <a:xfrm>
            <a:off x="1115616" y="5775539"/>
            <a:ext cx="10908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LVDS </a:t>
            </a:r>
            <a:r>
              <a:rPr lang="en-US" altLang="ko-KR" sz="1000" dirty="0" err="1"/>
              <a:t>a,b</a:t>
            </a:r>
            <a:endParaRPr lang="en-US" altLang="ko-KR" sz="1000" dirty="0"/>
          </a:p>
          <a:p>
            <a:pPr algn="ctr"/>
            <a:r>
              <a:rPr lang="en-US" altLang="ko-KR" sz="1000" dirty="0"/>
              <a:t>DCLK 200Mhz</a:t>
            </a:r>
          </a:p>
          <a:p>
            <a:pPr algn="ctr"/>
            <a:r>
              <a:rPr lang="en-US" altLang="ko-KR" sz="1000" dirty="0"/>
              <a:t>x 12</a:t>
            </a:r>
          </a:p>
        </p:txBody>
      </p:sp>
      <p:sp>
        <p:nvSpPr>
          <p:cNvPr id="85" name="화살표: 아래쪽 84">
            <a:extLst>
              <a:ext uri="{FF2B5EF4-FFF2-40B4-BE49-F238E27FC236}">
                <a16:creationId xmlns:a16="http://schemas.microsoft.com/office/drawing/2014/main" id="{2E376B22-946D-79C6-1D3D-4C7FCC14815E}"/>
              </a:ext>
            </a:extLst>
          </p:cNvPr>
          <p:cNvSpPr/>
          <p:nvPr/>
        </p:nvSpPr>
        <p:spPr>
          <a:xfrm rot="5400000">
            <a:off x="1835649" y="3156625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아래쪽 85">
            <a:extLst>
              <a:ext uri="{FF2B5EF4-FFF2-40B4-BE49-F238E27FC236}">
                <a16:creationId xmlns:a16="http://schemas.microsoft.com/office/drawing/2014/main" id="{85B36F33-D063-F123-54A5-4BA2132327D1}"/>
              </a:ext>
            </a:extLst>
          </p:cNvPr>
          <p:cNvSpPr/>
          <p:nvPr/>
        </p:nvSpPr>
        <p:spPr>
          <a:xfrm rot="5400000">
            <a:off x="1835648" y="2081093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ABD0B83-961A-D453-71A5-F74064DEF5CD}"/>
              </a:ext>
            </a:extLst>
          </p:cNvPr>
          <p:cNvSpPr txBox="1"/>
          <p:nvPr/>
        </p:nvSpPr>
        <p:spPr>
          <a:xfrm>
            <a:off x="956551" y="3084231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to</a:t>
            </a:r>
          </a:p>
          <a:p>
            <a:pPr algn="ctr"/>
            <a:r>
              <a:rPr lang="en-US" altLang="ko-KR" sz="1200" dirty="0"/>
              <a:t>ROIC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5225A98-CAD3-ADBE-7CC8-5070F9EA15A7}"/>
              </a:ext>
            </a:extLst>
          </p:cNvPr>
          <p:cNvSpPr txBox="1"/>
          <p:nvPr/>
        </p:nvSpPr>
        <p:spPr>
          <a:xfrm>
            <a:off x="966951" y="1974324"/>
            <a:ext cx="792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to</a:t>
            </a:r>
          </a:p>
          <a:p>
            <a:pPr algn="ctr"/>
            <a:r>
              <a:rPr lang="en-US" altLang="ko-KR" sz="1200" dirty="0"/>
              <a:t>ROIC, GATE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3235A9E5-186A-B1C7-CF40-5D5BB0BBC454}"/>
              </a:ext>
            </a:extLst>
          </p:cNvPr>
          <p:cNvSpPr/>
          <p:nvPr/>
        </p:nvSpPr>
        <p:spPr>
          <a:xfrm rot="5400000">
            <a:off x="4043711" y="1700808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5C08E46-9AFF-8DCD-508B-C53107912BB0}"/>
              </a:ext>
            </a:extLst>
          </p:cNvPr>
          <p:cNvSpPr txBox="1"/>
          <p:nvPr/>
        </p:nvSpPr>
        <p:spPr>
          <a:xfrm>
            <a:off x="3681536" y="1630208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clk</a:t>
            </a:r>
            <a:r>
              <a:rPr lang="en-US" altLang="ko-KR" sz="1200" dirty="0"/>
              <a:t> gen</a:t>
            </a:r>
          </a:p>
        </p:txBody>
      </p:sp>
      <p:sp>
        <p:nvSpPr>
          <p:cNvPr id="91" name="화살표: 아래쪽 90">
            <a:extLst>
              <a:ext uri="{FF2B5EF4-FFF2-40B4-BE49-F238E27FC236}">
                <a16:creationId xmlns:a16="http://schemas.microsoft.com/office/drawing/2014/main" id="{64DB8945-FE63-8E6C-21E5-F3187A252910}"/>
              </a:ext>
            </a:extLst>
          </p:cNvPr>
          <p:cNvSpPr/>
          <p:nvPr/>
        </p:nvSpPr>
        <p:spPr>
          <a:xfrm rot="5400000">
            <a:off x="7441516" y="1542430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1E94FF1-0E94-533A-7700-6579DAEE30D2}"/>
              </a:ext>
            </a:extLst>
          </p:cNvPr>
          <p:cNvSpPr txBox="1"/>
          <p:nvPr/>
        </p:nvSpPr>
        <p:spPr>
          <a:xfrm>
            <a:off x="7797556" y="1462416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OSC</a:t>
            </a:r>
          </a:p>
          <a:p>
            <a:pPr algn="ctr"/>
            <a:r>
              <a:rPr lang="en-US" altLang="ko-KR" sz="1200" dirty="0"/>
              <a:t>50Mhz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858B31E-5ED3-C40E-2AAD-DDBDB4E49F31}"/>
              </a:ext>
            </a:extLst>
          </p:cNvPr>
          <p:cNvSpPr txBox="1"/>
          <p:nvPr/>
        </p:nvSpPr>
        <p:spPr>
          <a:xfrm>
            <a:off x="1968999" y="70532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2060"/>
                </a:solidFill>
              </a:rPr>
              <a:t>FPGA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5219E925-7584-A987-EFC8-DBC048663E48}"/>
              </a:ext>
            </a:extLst>
          </p:cNvPr>
          <p:cNvSpPr/>
          <p:nvPr/>
        </p:nvSpPr>
        <p:spPr>
          <a:xfrm>
            <a:off x="5659380" y="1491456"/>
            <a:ext cx="674918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BB03243-964D-440A-3D2B-295D7C00FDFF}"/>
              </a:ext>
            </a:extLst>
          </p:cNvPr>
          <p:cNvSpPr txBox="1"/>
          <p:nvPr/>
        </p:nvSpPr>
        <p:spPr>
          <a:xfrm>
            <a:off x="5630773" y="1248135"/>
            <a:ext cx="700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seq </a:t>
            </a:r>
            <a:r>
              <a:rPr lang="en-US" altLang="ko-KR" sz="1200" dirty="0" err="1"/>
              <a:t>lut</a:t>
            </a:r>
            <a:endParaRPr lang="en-US" altLang="ko-KR" sz="1200" dirty="0"/>
          </a:p>
        </p:txBody>
      </p:sp>
      <p:sp>
        <p:nvSpPr>
          <p:cNvPr id="97" name="화살표: 아래쪽 96">
            <a:extLst>
              <a:ext uri="{FF2B5EF4-FFF2-40B4-BE49-F238E27FC236}">
                <a16:creationId xmlns:a16="http://schemas.microsoft.com/office/drawing/2014/main" id="{B376492A-4C77-2593-C53B-15627E8F9381}"/>
              </a:ext>
            </a:extLst>
          </p:cNvPr>
          <p:cNvSpPr/>
          <p:nvPr/>
        </p:nvSpPr>
        <p:spPr>
          <a:xfrm rot="5400000">
            <a:off x="1826012" y="1309358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944C54-E126-7481-AE43-B6CD34D519B4}"/>
              </a:ext>
            </a:extLst>
          </p:cNvPr>
          <p:cNvSpPr txBox="1"/>
          <p:nvPr/>
        </p:nvSpPr>
        <p:spPr>
          <a:xfrm>
            <a:off x="957315" y="1202589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to</a:t>
            </a:r>
          </a:p>
          <a:p>
            <a:pPr algn="ctr"/>
            <a:r>
              <a:rPr lang="en-US" altLang="ko-KR" sz="1200" dirty="0"/>
              <a:t>Power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C469FD6-5B2A-7733-0E08-2774AA9EBED0}"/>
              </a:ext>
            </a:extLst>
          </p:cNvPr>
          <p:cNvSpPr txBox="1"/>
          <p:nvPr/>
        </p:nvSpPr>
        <p:spPr>
          <a:xfrm>
            <a:off x="4687872" y="2805159"/>
            <a:ext cx="12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 err="1"/>
              <a:t>Addr</a:t>
            </a:r>
            <a:r>
              <a:rPr lang="en-US" altLang="ko-KR" sz="1000" dirty="0"/>
              <a:t> , Data</a:t>
            </a:r>
          </a:p>
          <a:p>
            <a:pPr algn="ctr"/>
            <a:r>
              <a:rPr lang="en-US" altLang="ko-KR" sz="1000" dirty="0"/>
              <a:t>RD , WR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0DBE3AE-B076-0F6C-4439-22D93D011903}"/>
              </a:ext>
            </a:extLst>
          </p:cNvPr>
          <p:cNvSpPr txBox="1"/>
          <p:nvPr/>
        </p:nvSpPr>
        <p:spPr>
          <a:xfrm>
            <a:off x="956551" y="3517095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option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CF1F96EE-DBD4-58B2-50CD-0FD18C9B0876}"/>
              </a:ext>
            </a:extLst>
          </p:cNvPr>
          <p:cNvCxnSpPr/>
          <p:nvPr/>
        </p:nvCxnSpPr>
        <p:spPr>
          <a:xfrm flipV="1">
            <a:off x="539552" y="3933056"/>
            <a:ext cx="8050093" cy="7744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D60C58D-910A-387F-BF01-AD663F1B56E4}"/>
              </a:ext>
            </a:extLst>
          </p:cNvPr>
          <p:cNvSpPr txBox="1"/>
          <p:nvPr/>
        </p:nvSpPr>
        <p:spPr>
          <a:xfrm>
            <a:off x="84745" y="3556031"/>
            <a:ext cx="1030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Control</a:t>
            </a:r>
          </a:p>
          <a:p>
            <a:pPr algn="ctr"/>
            <a:r>
              <a:rPr lang="en-US" altLang="ko-KR" sz="1200" dirty="0"/>
              <a:t>flow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AEAF8B2-D120-17E7-23EE-A3CF5974FC3B}"/>
              </a:ext>
            </a:extLst>
          </p:cNvPr>
          <p:cNvSpPr txBox="1"/>
          <p:nvPr/>
        </p:nvSpPr>
        <p:spPr>
          <a:xfrm>
            <a:off x="74764" y="3990170"/>
            <a:ext cx="11287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Image</a:t>
            </a:r>
            <a:r>
              <a:rPr lang="ko-KR" altLang="en-US" sz="1200" dirty="0"/>
              <a:t> </a:t>
            </a:r>
            <a:r>
              <a:rPr lang="en-US" altLang="ko-KR" sz="1200" dirty="0"/>
              <a:t>data</a:t>
            </a:r>
          </a:p>
          <a:p>
            <a:pPr algn="ctr"/>
            <a:r>
              <a:rPr lang="en-US" altLang="ko-KR" sz="1200" dirty="0"/>
              <a:t>flow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20215D5C-FE3F-5511-4257-A72A98B272DA}"/>
              </a:ext>
            </a:extLst>
          </p:cNvPr>
          <p:cNvSpPr/>
          <p:nvPr/>
        </p:nvSpPr>
        <p:spPr>
          <a:xfrm rot="5400000">
            <a:off x="4080824" y="1118247"/>
            <a:ext cx="360040" cy="648072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38BEB12-1ECE-8383-0458-08907D595970}"/>
              </a:ext>
            </a:extLst>
          </p:cNvPr>
          <p:cNvSpPr txBox="1"/>
          <p:nvPr/>
        </p:nvSpPr>
        <p:spPr>
          <a:xfrm>
            <a:off x="3709164" y="1011152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ctr AED</a:t>
            </a:r>
          </a:p>
        </p:txBody>
      </p:sp>
    </p:spTree>
    <p:extLst>
      <p:ext uri="{BB962C8B-B14F-4D97-AF65-F5344CB8AC3E}">
        <p14:creationId xmlns:p14="http://schemas.microsoft.com/office/powerpoint/2010/main" val="2726322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5" name="표 6">
            <a:extLst>
              <a:ext uri="{FF2B5EF4-FFF2-40B4-BE49-F238E27FC236}">
                <a16:creationId xmlns:a16="http://schemas.microsoft.com/office/drawing/2014/main" id="{8D88B01E-9625-462A-CC87-B8C9FB617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68664"/>
              </p:ext>
            </p:extLst>
          </p:nvPr>
        </p:nvGraphicFramePr>
        <p:xfrm>
          <a:off x="251520" y="1484784"/>
          <a:ext cx="8352929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0586">
                  <a:extLst>
                    <a:ext uri="{9D8B030D-6E8A-4147-A177-3AD203B41FA5}">
                      <a16:colId xmlns:a16="http://schemas.microsoft.com/office/drawing/2014/main" val="3923324156"/>
                    </a:ext>
                  </a:extLst>
                </a:gridCol>
                <a:gridCol w="1670586">
                  <a:extLst>
                    <a:ext uri="{9D8B030D-6E8A-4147-A177-3AD203B41FA5}">
                      <a16:colId xmlns:a16="http://schemas.microsoft.com/office/drawing/2014/main" val="655725723"/>
                    </a:ext>
                  </a:extLst>
                </a:gridCol>
                <a:gridCol w="3715612">
                  <a:extLst>
                    <a:ext uri="{9D8B030D-6E8A-4147-A177-3AD203B41FA5}">
                      <a16:colId xmlns:a16="http://schemas.microsoft.com/office/drawing/2014/main" val="369657006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1028851841"/>
                    </a:ext>
                  </a:extLst>
                </a:gridCol>
                <a:gridCol w="720081">
                  <a:extLst>
                    <a:ext uri="{9D8B030D-6E8A-4147-A177-3AD203B41FA5}">
                      <a16:colId xmlns:a16="http://schemas.microsoft.com/office/drawing/2014/main" val="690119619"/>
                    </a:ext>
                  </a:extLst>
                </a:gridCol>
              </a:tblGrid>
              <a:tr h="172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Flow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Module name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Description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IP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option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312657"/>
                  </a:ext>
                </a:extLst>
              </a:tr>
              <a:tr h="172624"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Control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clk_ctrl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내부 구동 클럭 </a:t>
                      </a:r>
                      <a:r>
                        <a:rPr lang="en-US" altLang="ko-KR" sz="1200" dirty="0"/>
                        <a:t>gen.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38279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Control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clk_gen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roic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구동 클럭 </a:t>
                      </a:r>
                      <a:r>
                        <a:rPr lang="en-US" altLang="ko-KR" sz="1200" dirty="0"/>
                        <a:t>generation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766266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reg_spi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cpu</a:t>
                      </a:r>
                      <a:r>
                        <a:rPr lang="en-US" altLang="ko-KR" sz="1200" dirty="0"/>
                        <a:t> to </a:t>
                      </a:r>
                      <a:r>
                        <a:rPr lang="en-US" altLang="ko-KR" sz="1200" dirty="0" err="1"/>
                        <a:t>fpga</a:t>
                      </a:r>
                      <a:r>
                        <a:rPr lang="en-US" altLang="ko-KR" sz="1200" dirty="0"/>
                        <a:t> register set </a:t>
                      </a:r>
                      <a:r>
                        <a:rPr lang="ko-KR" altLang="en-US" sz="1200" dirty="0"/>
                        <a:t>용 </a:t>
                      </a:r>
                      <a:r>
                        <a:rPr lang="en-US" altLang="ko-KR" sz="1200" dirty="0" err="1"/>
                        <a:t>spi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3563940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reg_map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내부 </a:t>
                      </a:r>
                      <a:r>
                        <a:rPr lang="en-US" altLang="ko-KR" sz="1200" dirty="0"/>
                        <a:t>register map (address decoder)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415073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seq_lut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Panel </a:t>
                      </a:r>
                      <a:r>
                        <a:rPr lang="ko-KR" altLang="en-US" sz="1200" dirty="0"/>
                        <a:t>구동 알고리즘 용 </a:t>
                      </a:r>
                      <a:r>
                        <a:rPr lang="en-US" altLang="ko-KR" sz="1200" dirty="0"/>
                        <a:t>sequence table LUT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991264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FSM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State machine 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251090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ctr_AED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AED</a:t>
                      </a:r>
                      <a:r>
                        <a:rPr lang="ko-KR" altLang="en-US" sz="1200" dirty="0"/>
                        <a:t> 판별을 위한 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129122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pwr_init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Power sequence </a:t>
                      </a:r>
                      <a:r>
                        <a:rPr lang="ko-KR" altLang="en-US" sz="1200" dirty="0"/>
                        <a:t>제어 모듈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512309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ro_gate_drv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Gate </a:t>
                      </a:r>
                      <a:r>
                        <a:rPr lang="en-US" altLang="ko-KR" sz="1200" dirty="0" err="1"/>
                        <a:t>ic</a:t>
                      </a:r>
                      <a:r>
                        <a:rPr lang="en-US" altLang="ko-KR" sz="1200" dirty="0"/>
                        <a:t> , ROIC </a:t>
                      </a:r>
                      <a:r>
                        <a:rPr lang="ko-KR" altLang="en-US" sz="1200" dirty="0"/>
                        <a:t>구동 </a:t>
                      </a:r>
                      <a:r>
                        <a:rPr lang="en-US" altLang="ko-KR" sz="1200" dirty="0"/>
                        <a:t>timing </a:t>
                      </a:r>
                      <a:r>
                        <a:rPr lang="ko-KR" altLang="en-US" sz="1200" dirty="0"/>
                        <a:t>신호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2432667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/>
                        <a:t>ro_reg_set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ROIC </a:t>
                      </a:r>
                      <a:r>
                        <a:rPr lang="ko-KR" altLang="en-US" sz="1200" dirty="0"/>
                        <a:t>내부 </a:t>
                      </a:r>
                      <a:r>
                        <a:rPr lang="en-US" altLang="ko-KR" sz="1200" dirty="0"/>
                        <a:t>register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setting </a:t>
                      </a:r>
                      <a:r>
                        <a:rPr lang="ko-KR" altLang="en-US" sz="1200" dirty="0"/>
                        <a:t>용 </a:t>
                      </a:r>
                      <a:r>
                        <a:rPr lang="en-US" altLang="ko-KR" sz="1200" dirty="0"/>
                        <a:t>SPI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813706"/>
                  </a:ext>
                </a:extLst>
              </a:tr>
              <a:tr h="172624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Image data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644120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in_serdes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945869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data_bram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019965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out_data_mux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480718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out_data_fifo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208440"/>
                  </a:ext>
                </a:extLst>
              </a:tr>
              <a:tr h="172624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CSI2 MIPI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63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111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24.03.01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B2E38-B486-8A93-3385-F70707306241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MIPI CSI2 interface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5B408-9B5B-83C3-D275-0F9AB4113DC5}"/>
              </a:ext>
            </a:extLst>
          </p:cNvPr>
          <p:cNvSpPr txBox="1"/>
          <p:nvPr/>
        </p:nvSpPr>
        <p:spPr>
          <a:xfrm>
            <a:off x="482804" y="1484784"/>
            <a:ext cx="817839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- FPGA </a:t>
            </a:r>
            <a:r>
              <a:rPr lang="ko-KR" altLang="en-US" sz="1600" dirty="0">
                <a:latin typeface="+mn-ea"/>
              </a:rPr>
              <a:t>구현</a:t>
            </a:r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. CSI2 </a:t>
            </a:r>
            <a:r>
              <a:rPr lang="en-US" altLang="ko-KR" sz="1600" dirty="0" err="1">
                <a:latin typeface="+mn-ea"/>
                <a:sym typeface="Wingdings" panose="05000000000000000000" pitchFamily="2" charset="2"/>
              </a:rPr>
              <a:t>tx</a:t>
            </a:r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 subsystem Block</a:t>
            </a:r>
            <a:r>
              <a:rPr lang="ko-KR" altLang="en-US" sz="1600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design</a:t>
            </a:r>
            <a:r>
              <a:rPr lang="ko-KR" altLang="en-US" sz="1600" dirty="0">
                <a:latin typeface="+mn-ea"/>
                <a:sym typeface="Wingdings" panose="05000000000000000000" pitchFamily="2" charset="2"/>
              </a:rPr>
              <a:t> 을 이용하여 구현</a:t>
            </a:r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. Data type </a:t>
            </a:r>
            <a:r>
              <a:rPr lang="ko-KR" altLang="en-US" sz="1600" dirty="0">
                <a:latin typeface="+mn-ea"/>
                <a:sym typeface="Wingdings" panose="05000000000000000000" pitchFamily="2" charset="2"/>
              </a:rPr>
              <a:t>에 따른 </a:t>
            </a:r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Clock </a:t>
            </a:r>
            <a:r>
              <a:rPr lang="ko-KR" altLang="en-US" sz="1600" dirty="0">
                <a:latin typeface="+mn-ea"/>
                <a:sym typeface="Wingdings" panose="05000000000000000000" pitchFamily="2" charset="2"/>
              </a:rPr>
              <a:t>관련 설정이 중요</a:t>
            </a:r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. </a:t>
            </a:r>
            <a:r>
              <a:rPr lang="en-US" altLang="ko-KR" sz="1600" i="0" dirty="0">
                <a:solidFill>
                  <a:srgbClr val="171C2D"/>
                </a:solidFill>
                <a:effectLst/>
                <a:latin typeface="+mn-ea"/>
              </a:rPr>
              <a:t>MIPI CSI-2 Transmit Subsystem </a:t>
            </a:r>
          </a:p>
          <a:p>
            <a:r>
              <a:rPr lang="en-US" altLang="ko-KR" sz="1600" dirty="0">
                <a:solidFill>
                  <a:srgbClr val="171C2D"/>
                </a:solidFill>
                <a:latin typeface="+mn-ea"/>
              </a:rPr>
              <a:t>  </a:t>
            </a:r>
            <a:r>
              <a:rPr lang="en-US" altLang="ko-KR" sz="1600" i="0" dirty="0">
                <a:solidFill>
                  <a:srgbClr val="171C2D"/>
                </a:solidFill>
                <a:effectLst/>
                <a:latin typeface="+mn-ea"/>
              </a:rPr>
              <a:t>v2.0 Product Guide (</a:t>
            </a:r>
            <a:r>
              <a:rPr lang="en-US" altLang="ko-KR" sz="1600" dirty="0">
                <a:solidFill>
                  <a:srgbClr val="171C2D"/>
                </a:solidFill>
                <a:latin typeface="+mn-ea"/>
              </a:rPr>
              <a:t>PG260)</a:t>
            </a:r>
            <a:r>
              <a:rPr lang="ko-KR" altLang="en-US" sz="1600" dirty="0">
                <a:solidFill>
                  <a:srgbClr val="171C2D"/>
                </a:solidFill>
                <a:latin typeface="+mn-ea"/>
              </a:rPr>
              <a:t> 참고 </a:t>
            </a:r>
            <a:r>
              <a:rPr lang="en-US" altLang="ko-KR" sz="1600" dirty="0">
                <a:solidFill>
                  <a:srgbClr val="171C2D"/>
                </a:solidFill>
                <a:latin typeface="+mn-ea"/>
                <a:sym typeface="Wingdings" panose="05000000000000000000" pitchFamily="2" charset="2"/>
              </a:rPr>
              <a:t></a:t>
            </a:r>
          </a:p>
          <a:p>
            <a:endParaRPr lang="en-US" altLang="ko-KR" sz="1600" dirty="0">
              <a:solidFill>
                <a:srgbClr val="171C2D"/>
              </a:solidFill>
              <a:latin typeface="+mn-ea"/>
              <a:sym typeface="Wingdings" panose="05000000000000000000" pitchFamily="2" charset="2"/>
            </a:endParaRPr>
          </a:p>
          <a:p>
            <a:r>
              <a:rPr lang="en-US" altLang="ko-KR" sz="1600" dirty="0">
                <a:solidFill>
                  <a:srgbClr val="171C2D"/>
                </a:solidFill>
                <a:latin typeface="+mn-ea"/>
                <a:sym typeface="Wingdings" panose="05000000000000000000" pitchFamily="2" charset="2"/>
              </a:rPr>
              <a:t>. Example design </a:t>
            </a:r>
            <a:r>
              <a:rPr lang="ko-KR" altLang="en-US" sz="1600" dirty="0">
                <a:solidFill>
                  <a:srgbClr val="171C2D"/>
                </a:solidFill>
                <a:latin typeface="+mn-ea"/>
                <a:sym typeface="Wingdings" panose="05000000000000000000" pitchFamily="2" charset="2"/>
              </a:rPr>
              <a:t>참고 </a:t>
            </a:r>
            <a:endParaRPr lang="en-US" altLang="ko-KR" sz="1600" dirty="0">
              <a:solidFill>
                <a:srgbClr val="171C2D"/>
              </a:solidFill>
              <a:latin typeface="+mn-ea"/>
            </a:endParaRPr>
          </a:p>
          <a:p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endParaRPr lang="en-US" altLang="ko-KR" sz="16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7FD-2DF8-5991-D7A1-9F202BF4D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644" y="2060848"/>
            <a:ext cx="3661261" cy="4133898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832178C2-D6C6-1592-2582-DB9285018E30}"/>
              </a:ext>
            </a:extLst>
          </p:cNvPr>
          <p:cNvSpPr/>
          <p:nvPr/>
        </p:nvSpPr>
        <p:spPr>
          <a:xfrm>
            <a:off x="5220072" y="4008552"/>
            <a:ext cx="3441123" cy="276999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0B8C697-FFA5-D900-EE75-E02F6DCF3A61}"/>
              </a:ext>
            </a:extLst>
          </p:cNvPr>
          <p:cNvGrpSpPr/>
          <p:nvPr/>
        </p:nvGrpSpPr>
        <p:grpSpPr>
          <a:xfrm>
            <a:off x="112597" y="3518617"/>
            <a:ext cx="5214979" cy="2530039"/>
            <a:chOff x="112597" y="3518617"/>
            <a:chExt cx="5214979" cy="2530039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BB46961-FF8A-6215-999F-85C557ED9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1520" y="3518617"/>
              <a:ext cx="5076056" cy="1651196"/>
            </a:xfrm>
            <a:prstGeom prst="rect">
              <a:avLst/>
            </a:prstGeom>
          </p:spPr>
        </p:pic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E6B34303-FA3C-F6F3-BB9C-256404A43F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88965" y="3933056"/>
              <a:ext cx="282835" cy="12967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01398E17-0619-615D-B852-E0D76997CC92}"/>
                </a:ext>
              </a:extLst>
            </p:cNvPr>
            <p:cNvCxnSpPr/>
            <p:nvPr/>
          </p:nvCxnSpPr>
          <p:spPr>
            <a:xfrm flipH="1">
              <a:off x="3419872" y="4221088"/>
              <a:ext cx="313485" cy="14688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8E675A7D-23F5-26AB-EDC0-7C9C2AFF6006}"/>
                </a:ext>
              </a:extLst>
            </p:cNvPr>
            <p:cNvCxnSpPr/>
            <p:nvPr/>
          </p:nvCxnSpPr>
          <p:spPr>
            <a:xfrm flipH="1">
              <a:off x="4572000" y="4941168"/>
              <a:ext cx="72008" cy="86409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703A801-EA5B-D840-8F21-7CDAA9405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3635" y="4221088"/>
              <a:ext cx="388365" cy="11134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C5575E25-5624-DC8E-36E8-795C679907D3}"/>
                </a:ext>
              </a:extLst>
            </p:cNvPr>
            <p:cNvCxnSpPr/>
            <p:nvPr/>
          </p:nvCxnSpPr>
          <p:spPr>
            <a:xfrm>
              <a:off x="611560" y="4653136"/>
              <a:ext cx="360040" cy="7353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16CC4E0C-B151-7F9C-D397-3256629B536E}"/>
                </a:ext>
              </a:extLst>
            </p:cNvPr>
            <p:cNvCxnSpPr>
              <a:cxnSpLocks/>
            </p:cNvCxnSpPr>
            <p:nvPr/>
          </p:nvCxnSpPr>
          <p:spPr>
            <a:xfrm>
              <a:off x="658115" y="4941168"/>
              <a:ext cx="313485" cy="7353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8836F4A-625E-ED88-DF90-07AFA3C8B668}"/>
                </a:ext>
              </a:extLst>
            </p:cNvPr>
            <p:cNvSpPr txBox="1"/>
            <p:nvPr/>
          </p:nvSpPr>
          <p:spPr>
            <a:xfrm>
              <a:off x="112597" y="5648546"/>
              <a:ext cx="186711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Word Count</a:t>
              </a:r>
            </a:p>
            <a:p>
              <a:pPr algn="ctr"/>
              <a:r>
                <a:rPr lang="en-US" altLang="ko-KR" sz="1000" dirty="0"/>
                <a:t>1line pixel num * data bit </a:t>
              </a:r>
              <a:endParaRPr lang="ko-KR" altLang="en-US" sz="10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864622F-B6E5-F7EB-2F91-7FBE4D9A18E5}"/>
                </a:ext>
              </a:extLst>
            </p:cNvPr>
            <p:cNvSpPr txBox="1"/>
            <p:nvPr/>
          </p:nvSpPr>
          <p:spPr>
            <a:xfrm>
              <a:off x="899591" y="5229826"/>
              <a:ext cx="83379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Date type</a:t>
              </a:r>
              <a:endParaRPr lang="ko-KR" altLang="en-US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EB70A94-A180-4034-2EB6-AECF0459AB54}"/>
                </a:ext>
              </a:extLst>
            </p:cNvPr>
            <p:cNvSpPr txBox="1"/>
            <p:nvPr/>
          </p:nvSpPr>
          <p:spPr>
            <a:xfrm>
              <a:off x="1446470" y="5164394"/>
              <a:ext cx="201627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Video </a:t>
              </a:r>
            </a:p>
            <a:p>
              <a:pPr algn="ctr"/>
              <a:r>
                <a:rPr lang="en-US" altLang="ko-KR" sz="1000" dirty="0"/>
                <a:t>Pattern </a:t>
              </a:r>
            </a:p>
            <a:p>
              <a:pPr algn="ctr"/>
              <a:r>
                <a:rPr lang="en-US" altLang="ko-KR" sz="1000" dirty="0"/>
                <a:t>Generator</a:t>
              </a:r>
              <a:endParaRPr lang="ko-KR" altLang="en-US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503146-C3AE-E0C5-F6D8-0C1D95D2ECD1}"/>
                </a:ext>
              </a:extLst>
            </p:cNvPr>
            <p:cNvSpPr txBox="1"/>
            <p:nvPr/>
          </p:nvSpPr>
          <p:spPr>
            <a:xfrm>
              <a:off x="3011080" y="5609732"/>
              <a:ext cx="87735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/>
                <a:t>Data </a:t>
              </a:r>
              <a:r>
                <a:rPr lang="ko-KR" altLang="en-US" sz="1000" dirty="0"/>
                <a:t>정렬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73CCADD-B8EC-84B6-C97F-E0F3DF698B57}"/>
                </a:ext>
              </a:extLst>
            </p:cNvPr>
            <p:cNvSpPr txBox="1"/>
            <p:nvPr/>
          </p:nvSpPr>
          <p:spPr>
            <a:xfrm>
              <a:off x="3630033" y="5292011"/>
              <a:ext cx="101397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 err="1"/>
                <a:t>axi</a:t>
              </a:r>
              <a:r>
                <a:rPr lang="en-US" altLang="ko-KR" sz="1000" dirty="0"/>
                <a:t> config.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87603C3-2459-27D1-1255-59F6C15AFE5E}"/>
                </a:ext>
              </a:extLst>
            </p:cNvPr>
            <p:cNvSpPr txBox="1"/>
            <p:nvPr/>
          </p:nvSpPr>
          <p:spPr>
            <a:xfrm>
              <a:off x="4139952" y="5743901"/>
              <a:ext cx="9361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CSI2 TX</a:t>
              </a:r>
              <a:endParaRPr lang="ko-KR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21955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743AB6-C7CD-5FED-92B4-38663BB6E902}"/>
              </a:ext>
            </a:extLst>
          </p:cNvPr>
          <p:cNvSpPr/>
          <p:nvPr/>
        </p:nvSpPr>
        <p:spPr>
          <a:xfrm rot="5400000">
            <a:off x="1657162" y="1592796"/>
            <a:ext cx="720080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23F7AA-F530-97FB-0342-025661AA5F53}"/>
              </a:ext>
            </a:extLst>
          </p:cNvPr>
          <p:cNvSpPr txBox="1"/>
          <p:nvPr/>
        </p:nvSpPr>
        <p:spPr>
          <a:xfrm>
            <a:off x="1477142" y="1312748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pwr</a:t>
            </a:r>
            <a:r>
              <a:rPr lang="ko-KR" altLang="en-US" sz="1200" dirty="0"/>
              <a:t> </a:t>
            </a:r>
            <a:r>
              <a:rPr lang="en-US" altLang="ko-KR" sz="1200" dirty="0" err="1"/>
              <a:t>init</a:t>
            </a:r>
            <a:endParaRPr lang="en-US" altLang="ko-KR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EAA58-253E-8054-B43A-CA99B6CFEA7B}"/>
              </a:ext>
            </a:extLst>
          </p:cNvPr>
          <p:cNvSpPr txBox="1"/>
          <p:nvPr/>
        </p:nvSpPr>
        <p:spPr>
          <a:xfrm>
            <a:off x="249536" y="1731601"/>
            <a:ext cx="792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OSC</a:t>
            </a:r>
          </a:p>
          <a:p>
            <a:pPr algn="ctr"/>
            <a:r>
              <a:rPr lang="en-US" altLang="ko-KR" sz="1200" dirty="0"/>
              <a:t>50Mhz</a:t>
            </a:r>
          </a:p>
          <a:p>
            <a:pPr algn="ctr"/>
            <a:r>
              <a:rPr lang="en-US" altLang="ko-KR" sz="1200" dirty="0"/>
              <a:t>diff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6263573-2515-F201-329E-EC2802B479AB}"/>
              </a:ext>
            </a:extLst>
          </p:cNvPr>
          <p:cNvCxnSpPr/>
          <p:nvPr/>
        </p:nvCxnSpPr>
        <p:spPr>
          <a:xfrm>
            <a:off x="2413246" y="1836094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590C52F-B4AC-E4CB-E4F8-BB74233BBE2A}"/>
              </a:ext>
            </a:extLst>
          </p:cNvPr>
          <p:cNvCxnSpPr/>
          <p:nvPr/>
        </p:nvCxnSpPr>
        <p:spPr>
          <a:xfrm>
            <a:off x="2413246" y="2121401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F753C7-2AA8-7984-C627-698FFC8DD13F}"/>
              </a:ext>
            </a:extLst>
          </p:cNvPr>
          <p:cNvSpPr txBox="1"/>
          <p:nvPr/>
        </p:nvSpPr>
        <p:spPr>
          <a:xfrm>
            <a:off x="2274024" y="155589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25Mhz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C62E76-888F-C713-9EE7-618F234B95F3}"/>
              </a:ext>
            </a:extLst>
          </p:cNvPr>
          <p:cNvSpPr txBox="1"/>
          <p:nvPr/>
        </p:nvSpPr>
        <p:spPr>
          <a:xfrm>
            <a:off x="2274024" y="184153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100Mhz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66784A8-4D0C-C9D0-EEA9-027070ED61F8}"/>
              </a:ext>
            </a:extLst>
          </p:cNvPr>
          <p:cNvSpPr/>
          <p:nvPr/>
        </p:nvSpPr>
        <p:spPr>
          <a:xfrm rot="5400000">
            <a:off x="5512394" y="1916832"/>
            <a:ext cx="1368152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6D8B55-78BC-AC72-AE3B-651173FF2381}"/>
              </a:ext>
            </a:extLst>
          </p:cNvPr>
          <p:cNvSpPr txBox="1"/>
          <p:nvPr/>
        </p:nvSpPr>
        <p:spPr>
          <a:xfrm>
            <a:off x="5656410" y="1312748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ro</a:t>
            </a:r>
            <a:r>
              <a:rPr lang="en-US" altLang="ko-KR" sz="1200" dirty="0"/>
              <a:t> gate </a:t>
            </a:r>
            <a:r>
              <a:rPr lang="en-US" altLang="ko-KR" sz="1200" dirty="0" err="1"/>
              <a:t>drv</a:t>
            </a:r>
            <a:endParaRPr lang="en-US" altLang="ko-KR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BCFDE7-3B9A-FBB6-31A2-E9FDBE397DFA}"/>
              </a:ext>
            </a:extLst>
          </p:cNvPr>
          <p:cNvSpPr txBox="1"/>
          <p:nvPr/>
        </p:nvSpPr>
        <p:spPr>
          <a:xfrm>
            <a:off x="4973777" y="1545310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100Mhz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6BEC6A-F192-A413-1519-B84D52A9C92A}"/>
              </a:ext>
            </a:extLst>
          </p:cNvPr>
          <p:cNvCxnSpPr/>
          <p:nvPr/>
        </p:nvCxnSpPr>
        <p:spPr>
          <a:xfrm>
            <a:off x="6592514" y="1836094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A660536-81B8-EAEE-AF6C-614E9F4C6C5D}"/>
              </a:ext>
            </a:extLst>
          </p:cNvPr>
          <p:cNvCxnSpPr/>
          <p:nvPr/>
        </p:nvCxnSpPr>
        <p:spPr>
          <a:xfrm>
            <a:off x="6592514" y="2121401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DB33B9-CBAD-C26C-ACB4-854D643E0B08}"/>
              </a:ext>
            </a:extLst>
          </p:cNvPr>
          <p:cNvSpPr txBox="1"/>
          <p:nvPr/>
        </p:nvSpPr>
        <p:spPr>
          <a:xfrm>
            <a:off x="6453292" y="155589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25Mhz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F02103-4F8E-8335-7A03-84D9589745BA}"/>
              </a:ext>
            </a:extLst>
          </p:cNvPr>
          <p:cNvSpPr txBox="1"/>
          <p:nvPr/>
        </p:nvSpPr>
        <p:spPr>
          <a:xfrm>
            <a:off x="6453292" y="184153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100Mhz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6C0DF94-ABF6-7DBF-1DB1-67EAA46F1E29}"/>
              </a:ext>
            </a:extLst>
          </p:cNvPr>
          <p:cNvCxnSpPr/>
          <p:nvPr/>
        </p:nvCxnSpPr>
        <p:spPr>
          <a:xfrm>
            <a:off x="962518" y="1886413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1576CE2-C22D-2AD2-CB45-2F8DA0332C89}"/>
              </a:ext>
            </a:extLst>
          </p:cNvPr>
          <p:cNvCxnSpPr/>
          <p:nvPr/>
        </p:nvCxnSpPr>
        <p:spPr>
          <a:xfrm>
            <a:off x="962518" y="207236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BC1849C6-0C51-FA5C-EF45-9677F32F1ED3}"/>
              </a:ext>
            </a:extLst>
          </p:cNvPr>
          <p:cNvCxnSpPr/>
          <p:nvPr/>
        </p:nvCxnSpPr>
        <p:spPr>
          <a:xfrm>
            <a:off x="5141786" y="1854438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2C582916-6531-2A82-3DC0-DB999A05DABB}"/>
              </a:ext>
            </a:extLst>
          </p:cNvPr>
          <p:cNvSpPr/>
          <p:nvPr/>
        </p:nvSpPr>
        <p:spPr>
          <a:xfrm rot="16200000">
            <a:off x="5450153" y="2210381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BDD4C-5D34-FD33-D508-F86D3E8D9BB2}"/>
              </a:ext>
            </a:extLst>
          </p:cNvPr>
          <p:cNvSpPr txBox="1"/>
          <p:nvPr/>
        </p:nvSpPr>
        <p:spPr>
          <a:xfrm>
            <a:off x="4330526" y="2118536"/>
            <a:ext cx="1152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ROIC </a:t>
            </a:r>
          </a:p>
          <a:p>
            <a:pPr algn="ctr"/>
            <a:r>
              <a:rPr lang="en-US" altLang="ko-KR" sz="1200" dirty="0"/>
              <a:t>ctrl signal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C09B35-D6E2-F4BD-9AC5-6D0C9CA07650}"/>
              </a:ext>
            </a:extLst>
          </p:cNvPr>
          <p:cNvSpPr txBox="1"/>
          <p:nvPr/>
        </p:nvSpPr>
        <p:spPr>
          <a:xfrm>
            <a:off x="6921834" y="2311293"/>
            <a:ext cx="1152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ROIC </a:t>
            </a:r>
          </a:p>
          <a:p>
            <a:pPr algn="ctr"/>
            <a:r>
              <a:rPr lang="en-US" altLang="ko-KR" sz="1200" dirty="0"/>
              <a:t>DCLK , burst</a:t>
            </a:r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358A6696-4F15-6603-16AE-33BE3839D6BF}"/>
              </a:ext>
            </a:extLst>
          </p:cNvPr>
          <p:cNvSpPr/>
          <p:nvPr/>
        </p:nvSpPr>
        <p:spPr>
          <a:xfrm rot="16200000">
            <a:off x="6633072" y="2378608"/>
            <a:ext cx="285306" cy="276999"/>
          </a:xfrm>
          <a:prstGeom prst="downArrow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73DD832-7F76-D4DD-D11E-54A06B361E58}"/>
              </a:ext>
            </a:extLst>
          </p:cNvPr>
          <p:cNvSpPr/>
          <p:nvPr/>
        </p:nvSpPr>
        <p:spPr>
          <a:xfrm rot="5400000">
            <a:off x="1410860" y="4226817"/>
            <a:ext cx="1212684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85BAA3-21FB-6AF2-EFCF-9310A8810B55}"/>
              </a:ext>
            </a:extLst>
          </p:cNvPr>
          <p:cNvSpPr txBox="1"/>
          <p:nvPr/>
        </p:nvSpPr>
        <p:spPr>
          <a:xfrm>
            <a:off x="1477142" y="370046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ctr AED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5C4745-5946-7BEE-A502-B96427394311}"/>
              </a:ext>
            </a:extLst>
          </p:cNvPr>
          <p:cNvSpPr txBox="1"/>
          <p:nvPr/>
        </p:nvSpPr>
        <p:spPr>
          <a:xfrm>
            <a:off x="249536" y="4119320"/>
            <a:ext cx="7920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spi</a:t>
            </a:r>
            <a:r>
              <a:rPr lang="en-US" altLang="ko-KR" sz="1200" dirty="0"/>
              <a:t> 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E24F6D0-9FE3-18A5-6D3C-AAA2576D70C3}"/>
              </a:ext>
            </a:extLst>
          </p:cNvPr>
          <p:cNvCxnSpPr/>
          <p:nvPr/>
        </p:nvCxnSpPr>
        <p:spPr>
          <a:xfrm>
            <a:off x="2413246" y="4223813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37BFEE7-3D22-D9EE-7BA1-D778AFD48B57}"/>
              </a:ext>
            </a:extLst>
          </p:cNvPr>
          <p:cNvCxnSpPr/>
          <p:nvPr/>
        </p:nvCxnSpPr>
        <p:spPr>
          <a:xfrm>
            <a:off x="2400067" y="4524835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103C2B6-B159-591E-C2EC-9F271A463B4E}"/>
              </a:ext>
            </a:extLst>
          </p:cNvPr>
          <p:cNvSpPr txBox="1"/>
          <p:nvPr/>
        </p:nvSpPr>
        <p:spPr>
          <a:xfrm>
            <a:off x="2287642" y="3878019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RD/WR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DDBA9B-A957-ADD0-066A-D88949617779}"/>
              </a:ext>
            </a:extLst>
          </p:cNvPr>
          <p:cNvSpPr txBox="1"/>
          <p:nvPr/>
        </p:nvSpPr>
        <p:spPr>
          <a:xfrm>
            <a:off x="2261999" y="4276612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Addr</a:t>
            </a:r>
            <a:endParaRPr lang="en-US" altLang="ko-KR" sz="1200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036753F-5DDE-9516-40E2-28D8783D276F}"/>
              </a:ext>
            </a:extLst>
          </p:cNvPr>
          <p:cNvCxnSpPr/>
          <p:nvPr/>
        </p:nvCxnSpPr>
        <p:spPr>
          <a:xfrm>
            <a:off x="962518" y="4274132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FCB8C550-FF9A-2827-9461-6B54BC450F96}"/>
              </a:ext>
            </a:extLst>
          </p:cNvPr>
          <p:cNvCxnSpPr/>
          <p:nvPr/>
        </p:nvCxnSpPr>
        <p:spPr>
          <a:xfrm>
            <a:off x="2400067" y="4797152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8AD8519-0120-8424-BC09-3F7CBE880EAC}"/>
              </a:ext>
            </a:extLst>
          </p:cNvPr>
          <p:cNvCxnSpPr/>
          <p:nvPr/>
        </p:nvCxnSpPr>
        <p:spPr>
          <a:xfrm>
            <a:off x="2400067" y="5085184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C055B9D-B9F0-C711-E74D-63E78F116F75}"/>
              </a:ext>
            </a:extLst>
          </p:cNvPr>
          <p:cNvSpPr txBox="1"/>
          <p:nvPr/>
        </p:nvSpPr>
        <p:spPr>
          <a:xfrm>
            <a:off x="2261999" y="4526226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Data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A06237-A2F8-D046-DBB7-4C72761CC8BF}"/>
              </a:ext>
            </a:extLst>
          </p:cNvPr>
          <p:cNvSpPr txBox="1"/>
          <p:nvPr/>
        </p:nvSpPr>
        <p:spPr>
          <a:xfrm>
            <a:off x="2274024" y="4825295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status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7E17564-1A0B-C51A-7AC8-EBEA8A24B758}"/>
              </a:ext>
            </a:extLst>
          </p:cNvPr>
          <p:cNvSpPr/>
          <p:nvPr/>
        </p:nvSpPr>
        <p:spPr>
          <a:xfrm rot="5400000">
            <a:off x="5555568" y="4236703"/>
            <a:ext cx="1212684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07940-326A-1E64-B1F1-97CB7E0F104B}"/>
              </a:ext>
            </a:extLst>
          </p:cNvPr>
          <p:cNvSpPr txBox="1"/>
          <p:nvPr/>
        </p:nvSpPr>
        <p:spPr>
          <a:xfrm>
            <a:off x="5621850" y="3710353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ro</a:t>
            </a:r>
            <a:r>
              <a:rPr lang="en-US" altLang="ko-KR" sz="1200" dirty="0"/>
              <a:t> reg set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4C9C8CC-3597-6FDC-1208-12C169093C91}"/>
              </a:ext>
            </a:extLst>
          </p:cNvPr>
          <p:cNvCxnSpPr/>
          <p:nvPr/>
        </p:nvCxnSpPr>
        <p:spPr>
          <a:xfrm>
            <a:off x="4920320" y="4258328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045E5FE-2E64-91CA-1DC9-83D0FBD745D3}"/>
              </a:ext>
            </a:extLst>
          </p:cNvPr>
          <p:cNvCxnSpPr/>
          <p:nvPr/>
        </p:nvCxnSpPr>
        <p:spPr>
          <a:xfrm>
            <a:off x="4907141" y="4559350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859E12F-81B5-0B7A-52B2-7801A5EDE9D8}"/>
              </a:ext>
            </a:extLst>
          </p:cNvPr>
          <p:cNvSpPr txBox="1"/>
          <p:nvPr/>
        </p:nvSpPr>
        <p:spPr>
          <a:xfrm>
            <a:off x="4794716" y="391253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RD/WR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231814-95F6-DC1C-5F0B-5CA463222B19}"/>
              </a:ext>
            </a:extLst>
          </p:cNvPr>
          <p:cNvSpPr txBox="1"/>
          <p:nvPr/>
        </p:nvSpPr>
        <p:spPr>
          <a:xfrm>
            <a:off x="4769073" y="4311127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 err="1"/>
              <a:t>Addr</a:t>
            </a:r>
            <a:endParaRPr lang="en-US" altLang="ko-KR" sz="1200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7E74B5E-674B-2A43-4555-4270D5653CA8}"/>
              </a:ext>
            </a:extLst>
          </p:cNvPr>
          <p:cNvCxnSpPr/>
          <p:nvPr/>
        </p:nvCxnSpPr>
        <p:spPr>
          <a:xfrm>
            <a:off x="4907141" y="4831667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85341B53-AC9B-5E11-30F2-DA6106AB281A}"/>
              </a:ext>
            </a:extLst>
          </p:cNvPr>
          <p:cNvCxnSpPr/>
          <p:nvPr/>
        </p:nvCxnSpPr>
        <p:spPr>
          <a:xfrm>
            <a:off x="4907141" y="511969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3C97143-276E-AB67-65C4-1AD9718E5228}"/>
              </a:ext>
            </a:extLst>
          </p:cNvPr>
          <p:cNvSpPr txBox="1"/>
          <p:nvPr/>
        </p:nvSpPr>
        <p:spPr>
          <a:xfrm>
            <a:off x="4769073" y="4560741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Data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25991E-9A2E-2BEF-64D5-0C30939EC3C6}"/>
              </a:ext>
            </a:extLst>
          </p:cNvPr>
          <p:cNvSpPr txBox="1"/>
          <p:nvPr/>
        </p:nvSpPr>
        <p:spPr>
          <a:xfrm>
            <a:off x="4781098" y="4859810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status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79007C3-31F6-F301-3B23-E326F3F2176B}"/>
              </a:ext>
            </a:extLst>
          </p:cNvPr>
          <p:cNvCxnSpPr/>
          <p:nvPr/>
        </p:nvCxnSpPr>
        <p:spPr>
          <a:xfrm>
            <a:off x="6584905" y="439631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5D521C-C148-7EB9-2264-4DD2A7FA8EF1}"/>
              </a:ext>
            </a:extLst>
          </p:cNvPr>
          <p:cNvSpPr txBox="1"/>
          <p:nvPr/>
        </p:nvSpPr>
        <p:spPr>
          <a:xfrm>
            <a:off x="7243545" y="4161196"/>
            <a:ext cx="7920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register </a:t>
            </a:r>
          </a:p>
          <a:p>
            <a:pPr algn="ctr"/>
            <a:r>
              <a:rPr lang="en-US" altLang="ko-KR" sz="1200" dirty="0"/>
              <a:t>signal </a:t>
            </a:r>
          </a:p>
        </p:txBody>
      </p:sp>
    </p:spTree>
    <p:extLst>
      <p:ext uri="{BB962C8B-B14F-4D97-AF65-F5344CB8AC3E}">
        <p14:creationId xmlns:p14="http://schemas.microsoft.com/office/powerpoint/2010/main" val="2136878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3B6982E-802E-C6E2-9811-A5A31FC78C15}"/>
              </a:ext>
            </a:extLst>
          </p:cNvPr>
          <p:cNvSpPr/>
          <p:nvPr/>
        </p:nvSpPr>
        <p:spPr>
          <a:xfrm rot="5400000">
            <a:off x="5585838" y="3123143"/>
            <a:ext cx="1212684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C8FD73-7227-9AA1-76B9-C2BE17E7678B}"/>
              </a:ext>
            </a:extLst>
          </p:cNvPr>
          <p:cNvSpPr/>
          <p:nvPr/>
        </p:nvSpPr>
        <p:spPr>
          <a:xfrm rot="5400000">
            <a:off x="2129454" y="3123143"/>
            <a:ext cx="1212684" cy="792088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D0230E-3DE5-F138-7F95-2F9A9978ADAE}"/>
              </a:ext>
            </a:extLst>
          </p:cNvPr>
          <p:cNvSpPr txBox="1"/>
          <p:nvPr/>
        </p:nvSpPr>
        <p:spPr>
          <a:xfrm>
            <a:off x="2195736" y="256490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seq </a:t>
            </a:r>
            <a:r>
              <a:rPr lang="en-US" altLang="ko-KR" sz="1200" dirty="0" err="1"/>
              <a:t>lut</a:t>
            </a:r>
            <a:endParaRPr lang="en-US" altLang="ko-KR" sz="12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1FBA3E5-C95B-5CD5-5C2C-280B1B2D7586}"/>
              </a:ext>
            </a:extLst>
          </p:cNvPr>
          <p:cNvCxnSpPr/>
          <p:nvPr/>
        </p:nvCxnSpPr>
        <p:spPr>
          <a:xfrm>
            <a:off x="3131840" y="3088250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A906ED6-A10F-3F61-4240-C6CE2B3A6078}"/>
              </a:ext>
            </a:extLst>
          </p:cNvPr>
          <p:cNvCxnSpPr/>
          <p:nvPr/>
        </p:nvCxnSpPr>
        <p:spPr>
          <a:xfrm>
            <a:off x="3118661" y="3389272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E0F58DD-EEE7-E99C-C8DE-C01F8023BC32}"/>
              </a:ext>
            </a:extLst>
          </p:cNvPr>
          <p:cNvCxnSpPr/>
          <p:nvPr/>
        </p:nvCxnSpPr>
        <p:spPr>
          <a:xfrm>
            <a:off x="3118661" y="366158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691F495-266B-828A-6AF5-B586A0C89816}"/>
              </a:ext>
            </a:extLst>
          </p:cNvPr>
          <p:cNvCxnSpPr/>
          <p:nvPr/>
        </p:nvCxnSpPr>
        <p:spPr>
          <a:xfrm>
            <a:off x="3118661" y="3949621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3D42910-CE90-A934-7437-2161D0BEE1A8}"/>
              </a:ext>
            </a:extLst>
          </p:cNvPr>
          <p:cNvSpPr txBox="1"/>
          <p:nvPr/>
        </p:nvSpPr>
        <p:spPr>
          <a:xfrm>
            <a:off x="5641552" y="2564904"/>
            <a:ext cx="10695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FSM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9F385B0-B2C3-BF0B-9FD5-DA9BE41E7A8C}"/>
              </a:ext>
            </a:extLst>
          </p:cNvPr>
          <p:cNvCxnSpPr/>
          <p:nvPr/>
        </p:nvCxnSpPr>
        <p:spPr>
          <a:xfrm>
            <a:off x="6577656" y="3088250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28A512C-F0E7-D732-C239-032DAABD7D46}"/>
              </a:ext>
            </a:extLst>
          </p:cNvPr>
          <p:cNvCxnSpPr/>
          <p:nvPr/>
        </p:nvCxnSpPr>
        <p:spPr>
          <a:xfrm>
            <a:off x="6564477" y="3389272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BCB08B5-0A7C-26B8-29BF-F6FB720ED9E4}"/>
              </a:ext>
            </a:extLst>
          </p:cNvPr>
          <p:cNvCxnSpPr/>
          <p:nvPr/>
        </p:nvCxnSpPr>
        <p:spPr>
          <a:xfrm>
            <a:off x="6564477" y="3661589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E5438B0-642E-D797-E64F-DDC487B51505}"/>
              </a:ext>
            </a:extLst>
          </p:cNvPr>
          <p:cNvCxnSpPr/>
          <p:nvPr/>
        </p:nvCxnSpPr>
        <p:spPr>
          <a:xfrm>
            <a:off x="6564477" y="3949621"/>
            <a:ext cx="65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531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3D8B8-4239-D3DD-AA72-1958F01E945B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Register</a:t>
            </a:r>
            <a:r>
              <a:rPr lang="ko-KR" altLang="en-US" sz="1600" dirty="0"/>
              <a:t> </a:t>
            </a:r>
            <a:r>
              <a:rPr lang="en-US" altLang="ko-KR" sz="1600" dirty="0"/>
              <a:t>SPI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7A418-8474-9AC6-0E6F-8215D9ED103B}"/>
              </a:ext>
            </a:extLst>
          </p:cNvPr>
          <p:cNvSpPr txBox="1"/>
          <p:nvPr/>
        </p:nvSpPr>
        <p:spPr>
          <a:xfrm>
            <a:off x="426057" y="1703100"/>
            <a:ext cx="81783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. Address</a:t>
            </a:r>
            <a:r>
              <a:rPr lang="ko-KR" altLang="en-US" sz="1600" dirty="0"/>
              <a:t> </a:t>
            </a:r>
            <a:r>
              <a:rPr lang="en-US" altLang="ko-KR" sz="1600" dirty="0"/>
              <a:t>14bit</a:t>
            </a:r>
            <a:r>
              <a:rPr lang="ko-KR" altLang="en-US" sz="1600" dirty="0"/>
              <a:t> 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dirty="0"/>
              <a:t>Data</a:t>
            </a:r>
            <a:r>
              <a:rPr lang="ko-KR" altLang="en-US" sz="1600" dirty="0"/>
              <a:t> </a:t>
            </a:r>
            <a:r>
              <a:rPr lang="en-US" altLang="ko-KR" sz="1600" dirty="0"/>
              <a:t>16bit</a:t>
            </a:r>
          </a:p>
          <a:p>
            <a:r>
              <a:rPr lang="en-US" altLang="ko-KR" sz="1600" dirty="0"/>
              <a:t>. RD min.</a:t>
            </a:r>
            <a:r>
              <a:rPr lang="ko-KR" altLang="en-US" sz="1600" dirty="0"/>
              <a:t> </a:t>
            </a:r>
            <a:r>
              <a:rPr lang="en-US" altLang="ko-KR" sz="1600" dirty="0"/>
              <a:t>2</a:t>
            </a:r>
            <a:r>
              <a:rPr lang="ko-KR" altLang="en-US" sz="1600" dirty="0"/>
              <a:t> </a:t>
            </a:r>
            <a:r>
              <a:rPr lang="en-US" altLang="ko-KR" sz="1600" dirty="0"/>
              <a:t>SCK </a:t>
            </a:r>
            <a:r>
              <a:rPr lang="ko-KR" altLang="en-US" sz="1600" dirty="0"/>
              <a:t>필요 </a:t>
            </a:r>
            <a:r>
              <a:rPr lang="en-US" altLang="ko-KR" sz="1600" dirty="0"/>
              <a:t>(Read delay </a:t>
            </a:r>
            <a:r>
              <a:rPr lang="ko-KR" altLang="en-US" sz="1600" dirty="0"/>
              <a:t>고려</a:t>
            </a:r>
            <a:r>
              <a:rPr lang="en-US" altLang="ko-KR" sz="1600" dirty="0"/>
              <a:t>) : FPGA </a:t>
            </a:r>
            <a:r>
              <a:rPr lang="ko-KR" altLang="en-US" sz="1600" dirty="0"/>
              <a:t>내부 </a:t>
            </a:r>
            <a:r>
              <a:rPr lang="en-US" altLang="ko-KR" sz="1600" dirty="0"/>
              <a:t>clock speed </a:t>
            </a:r>
            <a:r>
              <a:rPr lang="ko-KR" altLang="en-US" sz="1600" dirty="0"/>
              <a:t>높게 사용해서 해결</a:t>
            </a:r>
            <a:endParaRPr lang="en-US" altLang="ko-KR" sz="1600" dirty="0"/>
          </a:p>
          <a:p>
            <a:r>
              <a:rPr lang="en-US" altLang="ko-KR" sz="1600" dirty="0"/>
              <a:t>. MSB first</a:t>
            </a:r>
          </a:p>
          <a:p>
            <a:r>
              <a:rPr lang="en-US" altLang="ko-KR" sz="1600" dirty="0"/>
              <a:t>. SCK speed </a:t>
            </a:r>
            <a:r>
              <a:rPr lang="ko-KR" altLang="en-US" sz="1600" dirty="0"/>
              <a:t>는 최대치 </a:t>
            </a:r>
            <a:r>
              <a:rPr lang="en-US" altLang="ko-KR" sz="1600" dirty="0"/>
              <a:t>(iMX8P </a:t>
            </a:r>
            <a:r>
              <a:rPr lang="ko-KR" altLang="en-US" sz="1600" dirty="0"/>
              <a:t>기준</a:t>
            </a:r>
            <a:r>
              <a:rPr lang="en-US" altLang="ko-KR" sz="1600" dirty="0"/>
              <a:t>) ; 5Mhz </a:t>
            </a:r>
          </a:p>
          <a:p>
            <a:r>
              <a:rPr lang="en-US" altLang="ko-KR" sz="1600" dirty="0"/>
              <a:t>. SSB (CS)</a:t>
            </a:r>
            <a:r>
              <a:rPr lang="ko-KR" altLang="en-US" sz="1600" dirty="0"/>
              <a:t> </a:t>
            </a:r>
            <a:r>
              <a:rPr lang="en-US" altLang="ko-KR" sz="1600" dirty="0"/>
              <a:t>control </a:t>
            </a:r>
            <a:r>
              <a:rPr lang="ko-KR" altLang="en-US" sz="1600" dirty="0"/>
              <a:t>필요 </a:t>
            </a:r>
            <a:r>
              <a:rPr lang="en-US" altLang="ko-KR" sz="1600" dirty="0"/>
              <a:t>: start point </a:t>
            </a:r>
            <a:r>
              <a:rPr lang="ko-KR" altLang="en-US" sz="1600" dirty="0"/>
              <a:t>설정</a:t>
            </a:r>
            <a:endParaRPr lang="en-US" altLang="ko-KR" sz="1600" dirty="0"/>
          </a:p>
        </p:txBody>
      </p:sp>
      <p:graphicFrame>
        <p:nvGraphicFramePr>
          <p:cNvPr id="9" name="표 7">
            <a:extLst>
              <a:ext uri="{FF2B5EF4-FFF2-40B4-BE49-F238E27FC236}">
                <a16:creationId xmlns:a16="http://schemas.microsoft.com/office/drawing/2014/main" id="{3D060103-BD7F-3A07-DDAE-2B2496509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02655"/>
              </p:ext>
            </p:extLst>
          </p:nvPr>
        </p:nvGraphicFramePr>
        <p:xfrm>
          <a:off x="179512" y="3860489"/>
          <a:ext cx="8792815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529">
                  <a:extLst>
                    <a:ext uri="{9D8B030D-6E8A-4147-A177-3AD203B41FA5}">
                      <a16:colId xmlns:a16="http://schemas.microsoft.com/office/drawing/2014/main" val="1408984815"/>
                    </a:ext>
                  </a:extLst>
                </a:gridCol>
                <a:gridCol w="226942">
                  <a:extLst>
                    <a:ext uri="{9D8B030D-6E8A-4147-A177-3AD203B41FA5}">
                      <a16:colId xmlns:a16="http://schemas.microsoft.com/office/drawing/2014/main" val="3121556825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63086047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796692671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203538215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1256199266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94577009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75624205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98266804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757213001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31477054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088342821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096322610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126023907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913595606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15771216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59048875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687305967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1943224318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917688863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1386630326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681464393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598874889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1202787064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701354775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51006893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676172045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4230224365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4239969739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4082179280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156617205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4003411332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2959940989"/>
                    </a:ext>
                  </a:extLst>
                </a:gridCol>
                <a:gridCol w="258292">
                  <a:extLst>
                    <a:ext uri="{9D8B030D-6E8A-4147-A177-3AD203B41FA5}">
                      <a16:colId xmlns:a16="http://schemas.microsoft.com/office/drawing/2014/main" val="3550689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bit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48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WR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RD</a:t>
                      </a:r>
                      <a:endParaRPr lang="ko-KR" altLang="en-US" sz="1000" dirty="0"/>
                    </a:p>
                  </a:txBody>
                  <a:tcPr anchor="ctr"/>
                </a:tc>
                <a:tc gridSpan="14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Address 14bit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Data 16bit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0866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WR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210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RD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5132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950F61C-5C78-2F62-82BE-D410DE629D10}"/>
              </a:ext>
            </a:extLst>
          </p:cNvPr>
          <p:cNvSpPr txBox="1"/>
          <p:nvPr/>
        </p:nvSpPr>
        <p:spPr>
          <a:xfrm>
            <a:off x="426057" y="3348258"/>
            <a:ext cx="53482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Configuration register bit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84FCD-3425-407C-4145-B14A128B5890}"/>
              </a:ext>
            </a:extLst>
          </p:cNvPr>
          <p:cNvSpPr txBox="1"/>
          <p:nvPr/>
        </p:nvSpPr>
        <p:spPr>
          <a:xfrm>
            <a:off x="426056" y="5597580"/>
            <a:ext cx="85462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ex) 0</a:t>
            </a:r>
            <a:r>
              <a:rPr lang="ko-KR" altLang="en-US" sz="1600" dirty="0"/>
              <a:t>번지 </a:t>
            </a:r>
            <a:r>
              <a:rPr lang="en-US" altLang="ko-KR" sz="1600" dirty="0"/>
              <a:t>0xAAAA Write , 0</a:t>
            </a:r>
            <a:r>
              <a:rPr lang="ko-KR" altLang="en-US" sz="1600" dirty="0"/>
              <a:t>번지 </a:t>
            </a:r>
            <a:r>
              <a:rPr lang="en-US" altLang="ko-KR" sz="1600" dirty="0"/>
              <a:t>Read SDO </a:t>
            </a:r>
            <a:r>
              <a:rPr lang="ko-KR" altLang="en-US" sz="1600" dirty="0"/>
              <a:t>출력으로 </a:t>
            </a:r>
            <a:r>
              <a:rPr lang="en-US" altLang="ko-KR" sz="1600" dirty="0"/>
              <a:t>Data transfer</a:t>
            </a:r>
            <a:r>
              <a:rPr lang="ko-KR" alt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2458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24.03.04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B2E38-B486-8A93-3385-F70707306241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MIPI CSI2 interface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5B408-9B5B-83C3-D275-0F9AB4113DC5}"/>
              </a:ext>
            </a:extLst>
          </p:cNvPr>
          <p:cNvSpPr txBox="1"/>
          <p:nvPr/>
        </p:nvSpPr>
        <p:spPr>
          <a:xfrm>
            <a:off x="422582" y="1461530"/>
            <a:ext cx="8178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. FPGA </a:t>
            </a:r>
            <a:r>
              <a:rPr lang="en-US" altLang="ko-KR" sz="1600" dirty="0">
                <a:sym typeface="Wingdings" panose="05000000000000000000" pitchFamily="2" charset="2"/>
              </a:rPr>
              <a:t> CPU Image date </a:t>
            </a:r>
            <a:r>
              <a:rPr lang="ko-KR" altLang="en-US" sz="1600" dirty="0">
                <a:sym typeface="Wingdings" panose="05000000000000000000" pitchFamily="2" charset="2"/>
              </a:rPr>
              <a:t>전송을 위한 </a:t>
            </a:r>
            <a:r>
              <a:rPr lang="en-US" altLang="ko-KR" sz="1600" dirty="0">
                <a:sym typeface="Wingdings" panose="05000000000000000000" pitchFamily="2" charset="2"/>
              </a:rPr>
              <a:t>Camera interface </a:t>
            </a:r>
            <a:r>
              <a:rPr lang="ko-KR" altLang="en-US" sz="1600" dirty="0">
                <a:sym typeface="Wingdings" panose="05000000000000000000" pitchFamily="2" charset="2"/>
              </a:rPr>
              <a:t>사용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1~4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Lane</a:t>
            </a:r>
            <a:r>
              <a:rPr lang="ko-KR" altLang="en-US" sz="1600" dirty="0">
                <a:sym typeface="Wingdings" panose="05000000000000000000" pitchFamily="2" charset="2"/>
              </a:rPr>
              <a:t> 을 통해 </a:t>
            </a:r>
            <a:r>
              <a:rPr lang="en-US" altLang="ko-KR" sz="1600" dirty="0">
                <a:sym typeface="Wingdings" panose="05000000000000000000" pitchFamily="2" charset="2"/>
              </a:rPr>
              <a:t>Data </a:t>
            </a:r>
            <a:r>
              <a:rPr lang="ko-KR" altLang="en-US" sz="1600" dirty="0">
                <a:sym typeface="Wingdings" panose="05000000000000000000" pitchFamily="2" charset="2"/>
              </a:rPr>
              <a:t>전송이 가능하고 </a:t>
            </a:r>
            <a:r>
              <a:rPr lang="en-US" altLang="ko-KR" sz="1600" dirty="0">
                <a:sym typeface="Wingdings" panose="05000000000000000000" pitchFamily="2" charset="2"/>
              </a:rPr>
              <a:t>1.5Gbps/Lane</a:t>
            </a:r>
            <a:r>
              <a:rPr lang="ko-KR" altLang="en-US" sz="1600" dirty="0">
                <a:sym typeface="Wingdings" panose="05000000000000000000" pitchFamily="2" charset="2"/>
              </a:rPr>
              <a:t> 전송 </a:t>
            </a:r>
            <a:r>
              <a:rPr lang="en-US" altLang="ko-KR" sz="1600" dirty="0">
                <a:sym typeface="Wingdings" panose="05000000000000000000" pitchFamily="2" charset="2"/>
              </a:rPr>
              <a:t>(Artix7 </a:t>
            </a:r>
            <a:r>
              <a:rPr lang="ko-KR" altLang="en-US" sz="1600" dirty="0">
                <a:sym typeface="Wingdings" panose="05000000000000000000" pitchFamily="2" charset="2"/>
              </a:rPr>
              <a:t>은 </a:t>
            </a:r>
            <a:r>
              <a:rPr lang="en-US" altLang="ko-KR" sz="1600" dirty="0">
                <a:sym typeface="Wingdings" panose="05000000000000000000" pitchFamily="2" charset="2"/>
              </a:rPr>
              <a:t>1.2Gbps)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. ROIC 256x4 (1024) x 768 </a:t>
            </a:r>
            <a:r>
              <a:rPr lang="ko-KR" altLang="en-US" sz="1600" dirty="0">
                <a:sym typeface="Wingdings" panose="05000000000000000000" pitchFamily="2" charset="2"/>
              </a:rPr>
              <a:t>단위로 </a:t>
            </a:r>
            <a:r>
              <a:rPr lang="en-US" altLang="ko-KR" sz="1600" dirty="0">
                <a:sym typeface="Wingdings" panose="05000000000000000000" pitchFamily="2" charset="2"/>
              </a:rPr>
              <a:t>frame start </a:t>
            </a:r>
            <a:r>
              <a:rPr lang="ko-KR" altLang="en-US" sz="1600" dirty="0">
                <a:sym typeface="Wingdings" panose="05000000000000000000" pitchFamily="2" charset="2"/>
              </a:rPr>
              <a:t>생성 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endParaRPr lang="en-US" altLang="ko-KR" sz="1600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A4E284C-69F5-542F-82C4-4E69EFD88858}"/>
              </a:ext>
            </a:extLst>
          </p:cNvPr>
          <p:cNvGrpSpPr/>
          <p:nvPr/>
        </p:nvGrpSpPr>
        <p:grpSpPr>
          <a:xfrm>
            <a:off x="2430896" y="2617836"/>
            <a:ext cx="4085320" cy="3608905"/>
            <a:chOff x="2430896" y="2617836"/>
            <a:chExt cx="4085320" cy="3608905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BA3D316D-CCE5-0E06-6C6F-4CC2CE6FBF7D}"/>
                </a:ext>
              </a:extLst>
            </p:cNvPr>
            <p:cNvCxnSpPr>
              <a:cxnSpLocks/>
            </p:cNvCxnSpPr>
            <p:nvPr/>
          </p:nvCxnSpPr>
          <p:spPr>
            <a:xfrm>
              <a:off x="4417758" y="2677714"/>
              <a:ext cx="15379" cy="3263356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03535E5D-FAF7-5A71-072C-F232DA1BA42C}"/>
                </a:ext>
              </a:extLst>
            </p:cNvPr>
            <p:cNvSpPr/>
            <p:nvPr/>
          </p:nvSpPr>
          <p:spPr>
            <a:xfrm>
              <a:off x="3265630" y="3398585"/>
              <a:ext cx="800931" cy="1829631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CSI2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MIPI</a:t>
              </a: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D-</a:t>
              </a:r>
              <a:r>
                <a:rPr lang="en-US" altLang="ko-KR" sz="1200" dirty="0" err="1">
                  <a:solidFill>
                    <a:schemeClr val="tx1"/>
                  </a:solidFill>
                </a:rPr>
                <a:t>phy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A0FAB239-6CD9-F43A-F0F9-225F1B94AD92}"/>
                </a:ext>
              </a:extLst>
            </p:cNvPr>
            <p:cNvSpPr/>
            <p:nvPr/>
          </p:nvSpPr>
          <p:spPr>
            <a:xfrm>
              <a:off x="4211344" y="4176780"/>
              <a:ext cx="452399" cy="216085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FA0A480-31FF-3F0B-CAD6-B1668726404B}"/>
                </a:ext>
              </a:extLst>
            </p:cNvPr>
            <p:cNvSpPr txBox="1"/>
            <p:nvPr/>
          </p:nvSpPr>
          <p:spPr>
            <a:xfrm>
              <a:off x="4043987" y="4421783"/>
              <a:ext cx="74488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Tx DATA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16bit 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(64bit)</a:t>
              </a:r>
              <a:endParaRPr lang="ko-KR" altLang="en-US" sz="800" dirty="0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4C92FF96-B8F9-F790-102E-809CF3557DCF}"/>
                </a:ext>
              </a:extLst>
            </p:cNvPr>
            <p:cNvSpPr/>
            <p:nvPr/>
          </p:nvSpPr>
          <p:spPr>
            <a:xfrm>
              <a:off x="4730123" y="3398585"/>
              <a:ext cx="941534" cy="1777187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>
                  <a:solidFill>
                    <a:schemeClr val="tx1"/>
                  </a:solidFill>
                </a:rPr>
                <a:t>uCom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(iMX8 +)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7CD496-18D6-B4D4-6B14-643E88DAFC9D}"/>
                </a:ext>
              </a:extLst>
            </p:cNvPr>
            <p:cNvSpPr txBox="1"/>
            <p:nvPr/>
          </p:nvSpPr>
          <p:spPr>
            <a:xfrm>
              <a:off x="4691075" y="2677714"/>
              <a:ext cx="744885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Memory</a:t>
              </a:r>
              <a:endParaRPr lang="ko-KR" altLang="en-US" sz="1000" dirty="0"/>
            </a:p>
          </p:txBody>
        </p:sp>
        <p:sp>
          <p:nvSpPr>
            <p:cNvPr id="15" name="화살표: 위쪽/아래쪽 14">
              <a:extLst>
                <a:ext uri="{FF2B5EF4-FFF2-40B4-BE49-F238E27FC236}">
                  <a16:creationId xmlns:a16="http://schemas.microsoft.com/office/drawing/2014/main" id="{6E9C28D9-19FA-C1D1-503D-19EECF9AE46D}"/>
                </a:ext>
              </a:extLst>
            </p:cNvPr>
            <p:cNvSpPr/>
            <p:nvPr/>
          </p:nvSpPr>
          <p:spPr>
            <a:xfrm>
              <a:off x="4895428" y="2935767"/>
              <a:ext cx="230919" cy="398731"/>
            </a:xfrm>
            <a:prstGeom prst="up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6" name="화살표: 위쪽/아래쪽 15">
              <a:extLst>
                <a:ext uri="{FF2B5EF4-FFF2-40B4-BE49-F238E27FC236}">
                  <a16:creationId xmlns:a16="http://schemas.microsoft.com/office/drawing/2014/main" id="{21F63E2D-60D4-1E3E-4FA0-457659A54AA5}"/>
                </a:ext>
              </a:extLst>
            </p:cNvPr>
            <p:cNvSpPr/>
            <p:nvPr/>
          </p:nvSpPr>
          <p:spPr>
            <a:xfrm>
              <a:off x="4905504" y="5263664"/>
              <a:ext cx="230919" cy="398731"/>
            </a:xfrm>
            <a:prstGeom prst="up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C33756-C5D4-F0B2-AA96-DCCB73F8A8EB}"/>
                </a:ext>
              </a:extLst>
            </p:cNvPr>
            <p:cNvSpPr txBox="1"/>
            <p:nvPr/>
          </p:nvSpPr>
          <p:spPr>
            <a:xfrm>
              <a:off x="4741807" y="5918964"/>
              <a:ext cx="92985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>
                  <a:latin typeface="+mn-ea"/>
                </a:rPr>
                <a:t>Host PC</a:t>
              </a:r>
              <a:endParaRPr lang="ko-KR" altLang="en-US" sz="1400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BA9A8C-70AA-B01C-2040-1173B24C129A}"/>
                </a:ext>
              </a:extLst>
            </p:cNvPr>
            <p:cNvSpPr txBox="1"/>
            <p:nvPr/>
          </p:nvSpPr>
          <p:spPr>
            <a:xfrm>
              <a:off x="3996068" y="3708596"/>
              <a:ext cx="744885" cy="383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CSI-2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4lane</a:t>
              </a:r>
              <a:endParaRPr lang="ko-KR" altLang="en-US" sz="8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80DB75B-7EC3-A167-4935-D97105FFD29C}"/>
                </a:ext>
              </a:extLst>
            </p:cNvPr>
            <p:cNvSpPr txBox="1"/>
            <p:nvPr/>
          </p:nvSpPr>
          <p:spPr>
            <a:xfrm>
              <a:off x="4219942" y="5255484"/>
              <a:ext cx="7448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1G ~ 2.5G</a:t>
              </a:r>
            </a:p>
            <a:p>
              <a:pPr algn="ctr"/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sp>
          <p:nvSpPr>
            <p:cNvPr id="20" name="화살표: 위쪽/아래쪽 19">
              <a:extLst>
                <a:ext uri="{FF2B5EF4-FFF2-40B4-BE49-F238E27FC236}">
                  <a16:creationId xmlns:a16="http://schemas.microsoft.com/office/drawing/2014/main" id="{1CC50D00-4E93-25F2-D66F-11AD32513718}"/>
                </a:ext>
              </a:extLst>
            </p:cNvPr>
            <p:cNvSpPr/>
            <p:nvPr/>
          </p:nvSpPr>
          <p:spPr>
            <a:xfrm>
              <a:off x="5283130" y="5263664"/>
              <a:ext cx="230919" cy="398731"/>
            </a:xfrm>
            <a:prstGeom prst="up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223B52-8D8F-B5D8-2144-CBBF519D1C5D}"/>
                </a:ext>
              </a:extLst>
            </p:cNvPr>
            <p:cNvSpPr txBox="1"/>
            <p:nvPr/>
          </p:nvSpPr>
          <p:spPr>
            <a:xfrm>
              <a:off x="5545805" y="5338298"/>
              <a:ext cx="4390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 err="1"/>
                <a:t>WiFi</a:t>
              </a:r>
              <a:endParaRPr lang="en-US" altLang="ko-KR" sz="1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03EBEA2-7541-665E-0DC0-A4D740529B2C}"/>
                </a:ext>
              </a:extLst>
            </p:cNvPr>
            <p:cNvSpPr txBox="1"/>
            <p:nvPr/>
          </p:nvSpPr>
          <p:spPr>
            <a:xfrm>
              <a:off x="5771331" y="2617836"/>
              <a:ext cx="7448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UNICON</a:t>
              </a:r>
            </a:p>
            <a:p>
              <a:pPr algn="ctr"/>
              <a:r>
                <a:rPr lang="en-US" altLang="ko-KR" sz="1000" dirty="0">
                  <a:latin typeface="+mn-ea"/>
                </a:rPr>
                <a:t>board</a:t>
              </a:r>
              <a:endParaRPr lang="ko-KR" altLang="en-US" sz="10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D76F84-8C7A-1B18-C0CF-E2A8744C0000}"/>
                </a:ext>
              </a:extLst>
            </p:cNvPr>
            <p:cNvSpPr txBox="1"/>
            <p:nvPr/>
          </p:nvSpPr>
          <p:spPr>
            <a:xfrm>
              <a:off x="2632328" y="2617836"/>
              <a:ext cx="7448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+mn-ea"/>
                </a:rPr>
                <a:t>XDAQ</a:t>
              </a:r>
            </a:p>
            <a:p>
              <a:pPr algn="ctr"/>
              <a:r>
                <a:rPr lang="en-US" altLang="ko-KR" sz="1000" dirty="0">
                  <a:latin typeface="+mn-ea"/>
                </a:rPr>
                <a:t>board</a:t>
              </a:r>
              <a:endParaRPr lang="ko-KR" altLang="en-US" sz="1000" dirty="0"/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14B3D85E-704E-2DBD-47C5-A24A8031273B}"/>
                </a:ext>
              </a:extLst>
            </p:cNvPr>
            <p:cNvSpPr/>
            <p:nvPr/>
          </p:nvSpPr>
          <p:spPr>
            <a:xfrm>
              <a:off x="2657874" y="3722437"/>
              <a:ext cx="452399" cy="216085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E4867A-A4A3-6530-F86A-3A94B33CEE69}"/>
                </a:ext>
              </a:extLst>
            </p:cNvPr>
            <p:cNvSpPr txBox="1"/>
            <p:nvPr/>
          </p:nvSpPr>
          <p:spPr>
            <a:xfrm>
              <a:off x="2430896" y="3340241"/>
              <a:ext cx="74488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Tx data</a:t>
              </a:r>
            </a:p>
            <a:p>
              <a:pPr algn="ctr"/>
              <a:r>
                <a:rPr lang="en-US" altLang="ko-KR" sz="800" dirty="0">
                  <a:latin typeface="+mn-ea"/>
                </a:rPr>
                <a:t>16bit x 4</a:t>
              </a:r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D5600BBA-A4BA-EF49-5B7D-1F9971323F2C}"/>
                </a:ext>
              </a:extLst>
            </p:cNvPr>
            <p:cNvSpPr/>
            <p:nvPr/>
          </p:nvSpPr>
          <p:spPr>
            <a:xfrm>
              <a:off x="2657874" y="4039174"/>
              <a:ext cx="452399" cy="216085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3" name="화살표: 오른쪽 32">
              <a:extLst>
                <a:ext uri="{FF2B5EF4-FFF2-40B4-BE49-F238E27FC236}">
                  <a16:creationId xmlns:a16="http://schemas.microsoft.com/office/drawing/2014/main" id="{2D07B932-E11B-9038-D6F7-6FCE6A602206}"/>
                </a:ext>
              </a:extLst>
            </p:cNvPr>
            <p:cNvSpPr/>
            <p:nvPr/>
          </p:nvSpPr>
          <p:spPr>
            <a:xfrm>
              <a:off x="2667531" y="4346214"/>
              <a:ext cx="452399" cy="216085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82CED8C2-E333-C834-EBED-EBEB0E893016}"/>
                </a:ext>
              </a:extLst>
            </p:cNvPr>
            <p:cNvSpPr/>
            <p:nvPr/>
          </p:nvSpPr>
          <p:spPr>
            <a:xfrm>
              <a:off x="2667531" y="4662951"/>
              <a:ext cx="452399" cy="216085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870021C-F9FA-D532-F619-40FAB0FE9735}"/>
              </a:ext>
            </a:extLst>
          </p:cNvPr>
          <p:cNvSpPr txBox="1"/>
          <p:nvPr/>
        </p:nvSpPr>
        <p:spPr>
          <a:xfrm>
            <a:off x="5588638" y="3068960"/>
            <a:ext cx="12128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ISI input </a:t>
            </a:r>
            <a:r>
              <a:rPr lang="en-US" altLang="ko-KR" sz="1000" dirty="0" err="1">
                <a:latin typeface="+mn-ea"/>
              </a:rPr>
              <a:t>fifo</a:t>
            </a:r>
            <a:r>
              <a:rPr lang="en-US" altLang="ko-KR" sz="1000" dirty="0">
                <a:latin typeface="+mn-ea"/>
              </a:rPr>
              <a:t> 2K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C0DB525-A2A6-694C-9DCD-0EFBA8607626}"/>
              </a:ext>
            </a:extLst>
          </p:cNvPr>
          <p:cNvCxnSpPr>
            <a:cxnSpLocks/>
          </p:cNvCxnSpPr>
          <p:nvPr/>
        </p:nvCxnSpPr>
        <p:spPr>
          <a:xfrm flipH="1">
            <a:off x="4860032" y="3278268"/>
            <a:ext cx="1008112" cy="735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2816804-BD78-003F-8C54-23980F7D2392}"/>
              </a:ext>
            </a:extLst>
          </p:cNvPr>
          <p:cNvGrpSpPr/>
          <p:nvPr/>
        </p:nvGrpSpPr>
        <p:grpSpPr>
          <a:xfrm>
            <a:off x="179512" y="3207011"/>
            <a:ext cx="1814978" cy="1654694"/>
            <a:chOff x="264721" y="3357572"/>
            <a:chExt cx="1814978" cy="1654694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4FE2164-F062-39B9-ADA3-CCC6291CE87B}"/>
                </a:ext>
              </a:extLst>
            </p:cNvPr>
            <p:cNvSpPr/>
            <p:nvPr/>
          </p:nvSpPr>
          <p:spPr>
            <a:xfrm>
              <a:off x="496057" y="3557377"/>
              <a:ext cx="1583642" cy="145488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A3F80C-2F22-6DC7-D03D-EC1763385EFE}"/>
                </a:ext>
              </a:extLst>
            </p:cNvPr>
            <p:cNvSpPr txBox="1"/>
            <p:nvPr/>
          </p:nvSpPr>
          <p:spPr>
            <a:xfrm>
              <a:off x="899592" y="3357572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Width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F32FFA3-5EEB-BAB9-ED6B-52E9FFBF33E9}"/>
                </a:ext>
              </a:extLst>
            </p:cNvPr>
            <p:cNvSpPr txBox="1"/>
            <p:nvPr/>
          </p:nvSpPr>
          <p:spPr>
            <a:xfrm rot="16200000">
              <a:off x="0" y="4147537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Height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E4F93B31-5575-A9EA-164F-7785E2750345}"/>
              </a:ext>
            </a:extLst>
          </p:cNvPr>
          <p:cNvSpPr txBox="1"/>
          <p:nvPr/>
        </p:nvSpPr>
        <p:spPr>
          <a:xfrm>
            <a:off x="454647" y="4077031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3072</a:t>
            </a:r>
            <a:endParaRPr lang="ko-KR" altLang="en-US" sz="10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B4DC4D-B72D-3FF2-2C2A-0D96A5613802}"/>
              </a:ext>
            </a:extLst>
          </p:cNvPr>
          <p:cNvSpPr/>
          <p:nvPr/>
        </p:nvSpPr>
        <p:spPr>
          <a:xfrm>
            <a:off x="410848" y="5007732"/>
            <a:ext cx="1583642" cy="726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5E9B271-D8D5-039B-4DEE-CC27A30F0D47}"/>
              </a:ext>
            </a:extLst>
          </p:cNvPr>
          <p:cNvGrpSpPr/>
          <p:nvPr/>
        </p:nvGrpSpPr>
        <p:grpSpPr>
          <a:xfrm>
            <a:off x="330688" y="5116134"/>
            <a:ext cx="389623" cy="517855"/>
            <a:chOff x="415897" y="5372066"/>
            <a:chExt cx="389623" cy="517855"/>
          </a:xfrm>
        </p:grpSpPr>
        <p:sp>
          <p:nvSpPr>
            <p:cNvPr id="48" name="왼쪽 중괄호 47">
              <a:extLst>
                <a:ext uri="{FF2B5EF4-FFF2-40B4-BE49-F238E27FC236}">
                  <a16:creationId xmlns:a16="http://schemas.microsoft.com/office/drawing/2014/main" id="{A56F2FAF-E106-146D-8CE8-CCBDD8150580}"/>
                </a:ext>
              </a:extLst>
            </p:cNvPr>
            <p:cNvSpPr/>
            <p:nvPr/>
          </p:nvSpPr>
          <p:spPr>
            <a:xfrm rot="16200000">
              <a:off x="469418" y="5407053"/>
              <a:ext cx="253916" cy="18394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A924564-709C-A0A5-352E-DC2AC4F3798D}"/>
                </a:ext>
              </a:extLst>
            </p:cNvPr>
            <p:cNvSpPr/>
            <p:nvPr/>
          </p:nvSpPr>
          <p:spPr>
            <a:xfrm>
              <a:off x="496057" y="5655016"/>
              <a:ext cx="192290" cy="591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0DB8077-6C6B-FBA8-1C13-1B78D771EC22}"/>
                </a:ext>
              </a:extLst>
            </p:cNvPr>
            <p:cNvSpPr txBox="1"/>
            <p:nvPr/>
          </p:nvSpPr>
          <p:spPr>
            <a:xfrm>
              <a:off x="415897" y="5674477"/>
              <a:ext cx="38962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256</a:t>
              </a:r>
            </a:p>
          </p:txBody>
        </p:sp>
      </p:grp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E674C0E1-0D6D-2F84-015D-6B480017D84B}"/>
              </a:ext>
            </a:extLst>
          </p:cNvPr>
          <p:cNvSpPr/>
          <p:nvPr/>
        </p:nvSpPr>
        <p:spPr>
          <a:xfrm rot="5400000" flipH="1">
            <a:off x="502661" y="5499809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4AA3DB8-724F-CFD1-8F04-07BB8B955AD6}"/>
              </a:ext>
            </a:extLst>
          </p:cNvPr>
          <p:cNvSpPr txBox="1"/>
          <p:nvPr/>
        </p:nvSpPr>
        <p:spPr>
          <a:xfrm>
            <a:off x="28084" y="5854347"/>
            <a:ext cx="1224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 x 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57A854F-63C7-24BF-5866-C0BDF77CF6B5}"/>
              </a:ext>
            </a:extLst>
          </p:cNvPr>
          <p:cNvSpPr txBox="1"/>
          <p:nvPr/>
        </p:nvSpPr>
        <p:spPr>
          <a:xfrm>
            <a:off x="1907704" y="4935203"/>
            <a:ext cx="4493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 line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079A1631-2309-5306-BE29-6FF0EF759E92}"/>
              </a:ext>
            </a:extLst>
          </p:cNvPr>
          <p:cNvSpPr/>
          <p:nvPr/>
        </p:nvSpPr>
        <p:spPr>
          <a:xfrm>
            <a:off x="2619402" y="5667602"/>
            <a:ext cx="868201" cy="669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CCE20C-8F4D-8B22-F61B-8D6B664D6DEE}"/>
              </a:ext>
            </a:extLst>
          </p:cNvPr>
          <p:cNvSpPr txBox="1"/>
          <p:nvPr/>
        </p:nvSpPr>
        <p:spPr>
          <a:xfrm>
            <a:off x="2842024" y="5733269"/>
            <a:ext cx="3896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</a:t>
            </a:r>
          </a:p>
        </p:txBody>
      </p:sp>
      <p:sp>
        <p:nvSpPr>
          <p:cNvPr id="68" name="왼쪽 중괄호 67">
            <a:extLst>
              <a:ext uri="{FF2B5EF4-FFF2-40B4-BE49-F238E27FC236}">
                <a16:creationId xmlns:a16="http://schemas.microsoft.com/office/drawing/2014/main" id="{54A83BF7-C6F0-56CB-9CDD-418994AB2994}"/>
              </a:ext>
            </a:extLst>
          </p:cNvPr>
          <p:cNvSpPr/>
          <p:nvPr/>
        </p:nvSpPr>
        <p:spPr>
          <a:xfrm rot="5400000">
            <a:off x="2605201" y="5498513"/>
            <a:ext cx="186439" cy="1271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0F0333B-7C26-1BD4-BC1D-A12B56AC826E}"/>
              </a:ext>
            </a:extLst>
          </p:cNvPr>
          <p:cNvSpPr txBox="1"/>
          <p:nvPr/>
        </p:nvSpPr>
        <p:spPr>
          <a:xfrm>
            <a:off x="2390930" y="5256560"/>
            <a:ext cx="6508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4 pixel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4F43016-015C-211D-21AE-6F6EADAD24EB}"/>
              </a:ext>
            </a:extLst>
          </p:cNvPr>
          <p:cNvGrpSpPr/>
          <p:nvPr/>
        </p:nvGrpSpPr>
        <p:grpSpPr>
          <a:xfrm>
            <a:off x="2396506" y="3705117"/>
            <a:ext cx="115536" cy="1046032"/>
            <a:chOff x="2396506" y="3783090"/>
            <a:chExt cx="115536" cy="10460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840E031-B2F3-2C92-B132-5A0E5B0EF2F9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F70E92D-79A0-15E6-042D-D9F87DB6E098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E4B93461-464F-88CC-2BDE-6A8F77160295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FB5673F-FBCD-9DEE-94D0-73A47978192A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E42D6A2D-78F5-5B55-7B07-882C2E0D1D26}"/>
              </a:ext>
            </a:extLst>
          </p:cNvPr>
          <p:cNvGrpSpPr/>
          <p:nvPr/>
        </p:nvGrpSpPr>
        <p:grpSpPr>
          <a:xfrm>
            <a:off x="2267418" y="3705117"/>
            <a:ext cx="115536" cy="1046032"/>
            <a:chOff x="2396506" y="3783090"/>
            <a:chExt cx="115536" cy="104603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13017DD-415C-BAD5-A2FF-1081FDB22D66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3D9874F6-6EAD-C3C0-2599-87D9E55A412D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05A6F09-1CBB-6914-0AF1-C266410BDBB1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DEA9FDD3-3CD5-EEF1-4FB5-B52BE7C7D856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5C210E0-0FEA-46D2-2E53-76912008F62B}"/>
              </a:ext>
            </a:extLst>
          </p:cNvPr>
          <p:cNvGrpSpPr/>
          <p:nvPr/>
        </p:nvGrpSpPr>
        <p:grpSpPr>
          <a:xfrm>
            <a:off x="2051720" y="3705116"/>
            <a:ext cx="115536" cy="1046032"/>
            <a:chOff x="2396506" y="3783090"/>
            <a:chExt cx="115536" cy="104603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75E8209C-89D7-9DE4-E4FA-6C1B61FAAA03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7BB29A9-4219-5534-358D-D64F8098FA27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8F05C44-4E11-18EE-329B-61AE820AEA22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6DEC0042-F5AB-8C30-406D-6AFB6406A6FB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29EAD03-ADA5-0D46-288E-D48B94191CF0}"/>
              </a:ext>
            </a:extLst>
          </p:cNvPr>
          <p:cNvCxnSpPr>
            <a:cxnSpLocks/>
            <a:stCxn id="69" idx="0"/>
          </p:cNvCxnSpPr>
          <p:nvPr/>
        </p:nvCxnSpPr>
        <p:spPr>
          <a:xfrm flipH="1" flipV="1">
            <a:off x="2492988" y="4784098"/>
            <a:ext cx="223367" cy="47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6960FEC-9D74-5388-CB37-72CB226010F4}"/>
              </a:ext>
            </a:extLst>
          </p:cNvPr>
          <p:cNvSpPr txBox="1"/>
          <p:nvPr/>
        </p:nvSpPr>
        <p:spPr>
          <a:xfrm>
            <a:off x="2367553" y="3644464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0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FA4D381-9815-8244-1D2E-AEE701FB7B2D}"/>
              </a:ext>
            </a:extLst>
          </p:cNvPr>
          <p:cNvSpPr txBox="1"/>
          <p:nvPr/>
        </p:nvSpPr>
        <p:spPr>
          <a:xfrm>
            <a:off x="2367553" y="3961073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BC0097-B3DA-FA45-ABB9-F1529B350ED5}"/>
              </a:ext>
            </a:extLst>
          </p:cNvPr>
          <p:cNvSpPr txBox="1"/>
          <p:nvPr/>
        </p:nvSpPr>
        <p:spPr>
          <a:xfrm>
            <a:off x="2369208" y="4276901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DF6A11E-08B1-76C6-85FE-F2622791039B}"/>
              </a:ext>
            </a:extLst>
          </p:cNvPr>
          <p:cNvSpPr txBox="1"/>
          <p:nvPr/>
        </p:nvSpPr>
        <p:spPr>
          <a:xfrm>
            <a:off x="2366849" y="4586966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2BA7256-52E4-8BE6-B85B-7B6FD3799886}"/>
              </a:ext>
            </a:extLst>
          </p:cNvPr>
          <p:cNvSpPr txBox="1"/>
          <p:nvPr/>
        </p:nvSpPr>
        <p:spPr>
          <a:xfrm>
            <a:off x="2233060" y="3648583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4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277AF84-B042-7C84-705D-802F757E25C5}"/>
              </a:ext>
            </a:extLst>
          </p:cNvPr>
          <p:cNvSpPr txBox="1"/>
          <p:nvPr/>
        </p:nvSpPr>
        <p:spPr>
          <a:xfrm>
            <a:off x="2233060" y="3965192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D6FBD87-3DE6-875D-8A89-2016A1E23E0F}"/>
              </a:ext>
            </a:extLst>
          </p:cNvPr>
          <p:cNvSpPr txBox="1"/>
          <p:nvPr/>
        </p:nvSpPr>
        <p:spPr>
          <a:xfrm>
            <a:off x="2234715" y="4281020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6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35FD1F6-AE32-86E4-4DBD-4CA24F3BAE15}"/>
              </a:ext>
            </a:extLst>
          </p:cNvPr>
          <p:cNvSpPr txBox="1"/>
          <p:nvPr/>
        </p:nvSpPr>
        <p:spPr>
          <a:xfrm>
            <a:off x="2232356" y="4591085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7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525609D-38A8-E52B-2AA4-23E6FC32FEB2}"/>
              </a:ext>
            </a:extLst>
          </p:cNvPr>
          <p:cNvSpPr txBox="1"/>
          <p:nvPr/>
        </p:nvSpPr>
        <p:spPr>
          <a:xfrm>
            <a:off x="1917937" y="3643821"/>
            <a:ext cx="368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252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2DB9059-7045-B0B5-AC43-9CE0F362F20D}"/>
              </a:ext>
            </a:extLst>
          </p:cNvPr>
          <p:cNvSpPr txBox="1"/>
          <p:nvPr/>
        </p:nvSpPr>
        <p:spPr>
          <a:xfrm>
            <a:off x="1895186" y="3960430"/>
            <a:ext cx="411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0E4AAA38-3CCF-3EED-A0BB-B5D1FBCF764B}"/>
              </a:ext>
            </a:extLst>
          </p:cNvPr>
          <p:cNvSpPr txBox="1"/>
          <p:nvPr/>
        </p:nvSpPr>
        <p:spPr>
          <a:xfrm>
            <a:off x="1866932" y="4276258"/>
            <a:ext cx="4863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DF00213-4F1F-BF48-D700-2FB288149596}"/>
              </a:ext>
            </a:extLst>
          </p:cNvPr>
          <p:cNvSpPr txBox="1"/>
          <p:nvPr/>
        </p:nvSpPr>
        <p:spPr>
          <a:xfrm>
            <a:off x="1881159" y="4586323"/>
            <a:ext cx="464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255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5E04E94-FD62-D2EA-0188-8E47BA48E67E}"/>
              </a:ext>
            </a:extLst>
          </p:cNvPr>
          <p:cNvGrpSpPr/>
          <p:nvPr/>
        </p:nvGrpSpPr>
        <p:grpSpPr>
          <a:xfrm>
            <a:off x="6049521" y="3449683"/>
            <a:ext cx="605067" cy="1844709"/>
            <a:chOff x="6103030" y="4148119"/>
            <a:chExt cx="605067" cy="1844709"/>
          </a:xfrm>
        </p:grpSpPr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F90F63BA-23AD-C818-8360-84CC37C9EF96}"/>
                </a:ext>
              </a:extLst>
            </p:cNvPr>
            <p:cNvSpPr/>
            <p:nvPr/>
          </p:nvSpPr>
          <p:spPr>
            <a:xfrm>
              <a:off x="6335304" y="4148119"/>
              <a:ext cx="361824" cy="16292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7665256E-97F0-3F11-0366-1EC9981BB78D}"/>
                </a:ext>
              </a:extLst>
            </p:cNvPr>
            <p:cNvSpPr txBox="1"/>
            <p:nvPr/>
          </p:nvSpPr>
          <p:spPr>
            <a:xfrm>
              <a:off x="6290671" y="5777384"/>
              <a:ext cx="41742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1024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5C588D4-7411-A04A-894C-10999AF6580E}"/>
                </a:ext>
              </a:extLst>
            </p:cNvPr>
            <p:cNvSpPr txBox="1"/>
            <p:nvPr/>
          </p:nvSpPr>
          <p:spPr>
            <a:xfrm rot="16200000">
              <a:off x="5865338" y="4900642"/>
              <a:ext cx="690827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768 x 12</a:t>
              </a: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025C8F51-0E53-FA72-9ED3-7D5A2DC2DEE6}"/>
              </a:ext>
            </a:extLst>
          </p:cNvPr>
          <p:cNvGrpSpPr/>
          <p:nvPr/>
        </p:nvGrpSpPr>
        <p:grpSpPr>
          <a:xfrm>
            <a:off x="7122616" y="3277919"/>
            <a:ext cx="1814978" cy="1654694"/>
            <a:chOff x="6113901" y="4608913"/>
            <a:chExt cx="1814978" cy="1654694"/>
          </a:xfrm>
        </p:grpSpPr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49EF3410-3D5D-93A4-2820-FA8847D38CCA}"/>
                </a:ext>
              </a:extLst>
            </p:cNvPr>
            <p:cNvSpPr/>
            <p:nvPr/>
          </p:nvSpPr>
          <p:spPr>
            <a:xfrm>
              <a:off x="6345237" y="4808718"/>
              <a:ext cx="1583642" cy="145488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101C41E-02E6-E14D-167A-F08ED4C5270B}"/>
                </a:ext>
              </a:extLst>
            </p:cNvPr>
            <p:cNvSpPr txBox="1"/>
            <p:nvPr/>
          </p:nvSpPr>
          <p:spPr>
            <a:xfrm>
              <a:off x="6748772" y="4608913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Width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09CA946D-A6C1-DC69-FC00-B16E93957EA2}"/>
                </a:ext>
              </a:extLst>
            </p:cNvPr>
            <p:cNvSpPr txBox="1"/>
            <p:nvPr/>
          </p:nvSpPr>
          <p:spPr>
            <a:xfrm rot="16200000">
              <a:off x="5849180" y="5398878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Height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90F4A7F-E856-60A8-D851-69574E93B292}"/>
                </a:ext>
              </a:extLst>
            </p:cNvPr>
            <p:cNvSpPr txBox="1"/>
            <p:nvPr/>
          </p:nvSpPr>
          <p:spPr>
            <a:xfrm>
              <a:off x="6389036" y="5478933"/>
              <a:ext cx="153329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W : 3072 (256 x 12)</a:t>
              </a:r>
            </a:p>
            <a:p>
              <a:r>
                <a:rPr lang="en-US" altLang="ko-KR" sz="1000" dirty="0"/>
                <a:t>H  : 3072</a:t>
              </a:r>
              <a:endParaRPr lang="ko-KR" altLang="en-US" sz="1000" dirty="0"/>
            </a:p>
          </p:txBody>
        </p:sp>
      </p:grpSp>
      <p:sp>
        <p:nvSpPr>
          <p:cNvPr id="121" name="화살표: 갈매기형 수장 120">
            <a:extLst>
              <a:ext uri="{FF2B5EF4-FFF2-40B4-BE49-F238E27FC236}">
                <a16:creationId xmlns:a16="http://schemas.microsoft.com/office/drawing/2014/main" id="{85AA19BB-F4AB-819D-CD30-63C86E49FE12}"/>
              </a:ext>
            </a:extLst>
          </p:cNvPr>
          <p:cNvSpPr/>
          <p:nvPr/>
        </p:nvSpPr>
        <p:spPr>
          <a:xfrm>
            <a:off x="6738096" y="3714764"/>
            <a:ext cx="319174" cy="1106953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5B2EA87B-354F-F5E9-6AB6-55744AC8C035}"/>
              </a:ext>
            </a:extLst>
          </p:cNvPr>
          <p:cNvGrpSpPr/>
          <p:nvPr/>
        </p:nvGrpSpPr>
        <p:grpSpPr>
          <a:xfrm>
            <a:off x="6262306" y="5356219"/>
            <a:ext cx="1495181" cy="438114"/>
            <a:chOff x="5813123" y="5727190"/>
            <a:chExt cx="1495181" cy="438114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822ED57B-AF12-BB5B-05D8-81D0DA6A3FA7}"/>
                </a:ext>
              </a:extLst>
            </p:cNvPr>
            <p:cNvSpPr/>
            <p:nvPr/>
          </p:nvSpPr>
          <p:spPr>
            <a:xfrm>
              <a:off x="6921677" y="5904717"/>
              <a:ext cx="321706" cy="719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3EEEDB1D-1D2B-59A3-A2DA-E34969C5C5B2}"/>
                </a:ext>
              </a:extLst>
            </p:cNvPr>
            <p:cNvSpPr txBox="1"/>
            <p:nvPr/>
          </p:nvSpPr>
          <p:spPr>
            <a:xfrm>
              <a:off x="6829406" y="5728261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[15:0]</a:t>
              </a: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4C233E7D-E6AC-DA30-7DE5-77CF8A8CB107}"/>
                </a:ext>
              </a:extLst>
            </p:cNvPr>
            <p:cNvSpPr/>
            <p:nvPr/>
          </p:nvSpPr>
          <p:spPr>
            <a:xfrm>
              <a:off x="6577111" y="5905332"/>
              <a:ext cx="321706" cy="719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0B12889-2310-6CC1-B1B7-331CFDE1620B}"/>
                </a:ext>
              </a:extLst>
            </p:cNvPr>
            <p:cNvSpPr txBox="1"/>
            <p:nvPr/>
          </p:nvSpPr>
          <p:spPr>
            <a:xfrm>
              <a:off x="6495317" y="5728876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[31:16]</a:t>
              </a: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6E0FEB7B-D9F6-F63D-19CB-6714587B459A}"/>
                </a:ext>
              </a:extLst>
            </p:cNvPr>
            <p:cNvSpPr/>
            <p:nvPr/>
          </p:nvSpPr>
          <p:spPr>
            <a:xfrm>
              <a:off x="6239483" y="5908409"/>
              <a:ext cx="321706" cy="719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4D05322D-BD46-EEC7-FEF5-68426E122E15}"/>
                </a:ext>
              </a:extLst>
            </p:cNvPr>
            <p:cNvSpPr txBox="1"/>
            <p:nvPr/>
          </p:nvSpPr>
          <p:spPr>
            <a:xfrm>
              <a:off x="6161097" y="5727190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[47:32]</a:t>
              </a: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D3A5D731-581B-DC92-9745-4958CF286FA1}"/>
                </a:ext>
              </a:extLst>
            </p:cNvPr>
            <p:cNvSpPr/>
            <p:nvPr/>
          </p:nvSpPr>
          <p:spPr>
            <a:xfrm>
              <a:off x="5894917" y="5909024"/>
              <a:ext cx="321706" cy="7198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943D388-C1F3-4D75-5098-A20D7A610CC0}"/>
                </a:ext>
              </a:extLst>
            </p:cNvPr>
            <p:cNvSpPr txBox="1"/>
            <p:nvPr/>
          </p:nvSpPr>
          <p:spPr>
            <a:xfrm>
              <a:off x="5813123" y="5727805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[63:48]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8830279A-7889-470F-A47A-C2686DCE0B09}"/>
                </a:ext>
              </a:extLst>
            </p:cNvPr>
            <p:cNvSpPr txBox="1"/>
            <p:nvPr/>
          </p:nvSpPr>
          <p:spPr>
            <a:xfrm>
              <a:off x="6974215" y="5937094"/>
              <a:ext cx="2319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0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B60686C-E9D1-7ED6-232E-6867E44AEA9C}"/>
                </a:ext>
              </a:extLst>
            </p:cNvPr>
            <p:cNvSpPr txBox="1"/>
            <p:nvPr/>
          </p:nvSpPr>
          <p:spPr>
            <a:xfrm>
              <a:off x="6621968" y="5945858"/>
              <a:ext cx="2319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1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36FF8BF9-9908-B69A-13CB-9AE135408CB1}"/>
                </a:ext>
              </a:extLst>
            </p:cNvPr>
            <p:cNvSpPr txBox="1"/>
            <p:nvPr/>
          </p:nvSpPr>
          <p:spPr>
            <a:xfrm>
              <a:off x="6292021" y="5941096"/>
              <a:ext cx="2319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2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01A7CE9A-9CCE-8AFF-BB9D-67323B05006C}"/>
                </a:ext>
              </a:extLst>
            </p:cNvPr>
            <p:cNvSpPr txBox="1"/>
            <p:nvPr/>
          </p:nvSpPr>
          <p:spPr>
            <a:xfrm>
              <a:off x="5939774" y="5949860"/>
              <a:ext cx="2319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3</a:t>
              </a:r>
            </a:p>
          </p:txBody>
        </p:sp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F7FF6591-3DB3-5C06-5987-22F2756CF0B6}"/>
              </a:ext>
            </a:extLst>
          </p:cNvPr>
          <p:cNvGrpSpPr/>
          <p:nvPr/>
        </p:nvGrpSpPr>
        <p:grpSpPr>
          <a:xfrm rot="16200000" flipV="1">
            <a:off x="2424441" y="4099060"/>
            <a:ext cx="1495181" cy="214647"/>
            <a:chOff x="5816586" y="5935408"/>
            <a:chExt cx="1495181" cy="217130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A296DC2-0D7F-E5A5-D5A6-1274D02FF8BD}"/>
                </a:ext>
              </a:extLst>
            </p:cNvPr>
            <p:cNvSpPr txBox="1"/>
            <p:nvPr/>
          </p:nvSpPr>
          <p:spPr>
            <a:xfrm>
              <a:off x="6832869" y="5936479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[15:0]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6B7B488F-5400-E2CA-AB16-9C3AEAF6D23F}"/>
                </a:ext>
              </a:extLst>
            </p:cNvPr>
            <p:cNvSpPr txBox="1"/>
            <p:nvPr/>
          </p:nvSpPr>
          <p:spPr>
            <a:xfrm>
              <a:off x="6498780" y="5937094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[31:16]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B8BBA24C-59F8-82AB-920F-E28385B131AB}"/>
                </a:ext>
              </a:extLst>
            </p:cNvPr>
            <p:cNvSpPr txBox="1"/>
            <p:nvPr/>
          </p:nvSpPr>
          <p:spPr>
            <a:xfrm>
              <a:off x="6164560" y="5935408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[47:32]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8AF72B7-B11F-5C81-4844-8C74B0E7760C}"/>
                </a:ext>
              </a:extLst>
            </p:cNvPr>
            <p:cNvSpPr txBox="1"/>
            <p:nvPr/>
          </p:nvSpPr>
          <p:spPr>
            <a:xfrm>
              <a:off x="5816586" y="5936023"/>
              <a:ext cx="478898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[63:48]</a:t>
              </a:r>
            </a:p>
          </p:txBody>
        </p: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1784E699-94E2-6847-E44D-60B76D6A61F1}"/>
              </a:ext>
            </a:extLst>
          </p:cNvPr>
          <p:cNvSpPr txBox="1"/>
          <p:nvPr/>
        </p:nvSpPr>
        <p:spPr>
          <a:xfrm>
            <a:off x="7700812" y="5418545"/>
            <a:ext cx="13203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64bit Data format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04E0DCE-3AAC-A1D0-A659-81B20C5E3942}"/>
              </a:ext>
            </a:extLst>
          </p:cNvPr>
          <p:cNvSpPr/>
          <p:nvPr/>
        </p:nvSpPr>
        <p:spPr>
          <a:xfrm>
            <a:off x="715260" y="5397863"/>
            <a:ext cx="192290" cy="59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8F79043-3DBD-4040-21D4-733415078E41}"/>
              </a:ext>
            </a:extLst>
          </p:cNvPr>
          <p:cNvCxnSpPr>
            <a:cxnSpLocks/>
          </p:cNvCxnSpPr>
          <p:nvPr/>
        </p:nvCxnSpPr>
        <p:spPr>
          <a:xfrm>
            <a:off x="618703" y="5427416"/>
            <a:ext cx="11212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8F36AD50-1965-EB75-B8B4-0A723673667C}"/>
              </a:ext>
            </a:extLst>
          </p:cNvPr>
          <p:cNvSpPr/>
          <p:nvPr/>
        </p:nvSpPr>
        <p:spPr>
          <a:xfrm rot="5400000" flipH="1">
            <a:off x="1024993" y="5503970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CBC96327-F1F9-13C1-F164-79E499BC761E}"/>
              </a:ext>
            </a:extLst>
          </p:cNvPr>
          <p:cNvSpPr/>
          <p:nvPr/>
        </p:nvSpPr>
        <p:spPr>
          <a:xfrm rot="5400000" flipH="1">
            <a:off x="1539875" y="5503969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EAC8AE-4E0F-85F4-515C-72725A6F5542}"/>
              </a:ext>
            </a:extLst>
          </p:cNvPr>
          <p:cNvSpPr txBox="1"/>
          <p:nvPr/>
        </p:nvSpPr>
        <p:spPr>
          <a:xfrm>
            <a:off x="525499" y="6041046"/>
            <a:ext cx="1224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1024 x 3</a:t>
            </a:r>
          </a:p>
        </p:txBody>
      </p:sp>
    </p:spTree>
    <p:extLst>
      <p:ext uri="{BB962C8B-B14F-4D97-AF65-F5344CB8AC3E}">
        <p14:creationId xmlns:p14="http://schemas.microsoft.com/office/powerpoint/2010/main" val="2131649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6B9B2-3829-AE68-5531-DAC42CC665C4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MIPI CSI2 interface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400DD-3A33-C34C-1FFE-47898D8ABFC5}"/>
              </a:ext>
            </a:extLst>
          </p:cNvPr>
          <p:cNvSpPr txBox="1"/>
          <p:nvPr/>
        </p:nvSpPr>
        <p:spPr>
          <a:xfrm>
            <a:off x="422582" y="1461530"/>
            <a:ext cx="81783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. FPGA CSI2</a:t>
            </a:r>
            <a:r>
              <a:rPr lang="ko-KR" altLang="en-US" sz="1600" dirty="0"/>
              <a:t> </a:t>
            </a:r>
            <a:r>
              <a:rPr lang="en-US" altLang="ko-KR" sz="1600" dirty="0"/>
              <a:t>RGB565</a:t>
            </a:r>
            <a:r>
              <a:rPr lang="ko-KR" altLang="en-US" sz="1600" dirty="0"/>
              <a:t> </a:t>
            </a:r>
            <a:r>
              <a:rPr lang="en-US" altLang="ko-KR" sz="1600" dirty="0"/>
              <a:t>format</a:t>
            </a:r>
            <a:r>
              <a:rPr lang="ko-KR" altLang="en-US" sz="1600" dirty="0"/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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RBG556</a:t>
            </a:r>
            <a:r>
              <a:rPr lang="ko-KR" altLang="en-US" sz="1600" dirty="0">
                <a:sym typeface="Wingdings" panose="05000000000000000000" pitchFamily="2" charset="2"/>
              </a:rPr>
              <a:t> 으로 입력 해야 함</a:t>
            </a:r>
            <a:r>
              <a:rPr lang="en-US" altLang="ko-KR" sz="16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  </a:t>
            </a:r>
            <a:r>
              <a:rPr lang="en-US" altLang="ko-KR" sz="1600" dirty="0" err="1">
                <a:sym typeface="Wingdings" panose="05000000000000000000" pitchFamily="2" charset="2"/>
              </a:rPr>
              <a:t>axi_data</a:t>
            </a:r>
            <a:r>
              <a:rPr lang="ko-KR" altLang="en-US" sz="1600" dirty="0">
                <a:sym typeface="Wingdings" panose="05000000000000000000" pitchFamily="2" charset="2"/>
              </a:rPr>
              <a:t> 는 </a:t>
            </a:r>
            <a:r>
              <a:rPr lang="en-US" altLang="ko-KR" sz="1600" dirty="0">
                <a:sym typeface="Wingdings" panose="05000000000000000000" pitchFamily="2" charset="2"/>
              </a:rPr>
              <a:t>24bit </a:t>
            </a:r>
            <a:r>
              <a:rPr lang="ko-KR" altLang="en-US" sz="1600" dirty="0">
                <a:sym typeface="Wingdings" panose="05000000000000000000" pitchFamily="2" charset="2"/>
              </a:rPr>
              <a:t>고정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 ex) </a:t>
            </a:r>
            <a:r>
              <a:rPr lang="en-US" altLang="ko-KR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R[15:11]</a:t>
            </a:r>
            <a:r>
              <a:rPr lang="en-US" altLang="ko-KR" sz="1600" dirty="0">
                <a:sym typeface="Wingdings" panose="05000000000000000000" pitchFamily="2" charset="2"/>
              </a:rPr>
              <a:t>000 , </a:t>
            </a:r>
            <a:r>
              <a:rPr lang="en-US" altLang="ko-KR" sz="1600" b="1" dirty="0">
                <a:solidFill>
                  <a:srgbClr val="0070C0"/>
                </a:solidFill>
                <a:sym typeface="Wingdings" panose="05000000000000000000" pitchFamily="2" charset="2"/>
              </a:rPr>
              <a:t>B[4:0]</a:t>
            </a:r>
            <a:r>
              <a:rPr lang="en-US" altLang="ko-KR" sz="1600" dirty="0">
                <a:sym typeface="Wingdings" panose="05000000000000000000" pitchFamily="2" charset="2"/>
              </a:rPr>
              <a:t>000 , </a:t>
            </a:r>
            <a:r>
              <a:rPr lang="en-US" altLang="ko-KR" sz="1600" b="1" dirty="0">
                <a:solidFill>
                  <a:srgbClr val="00B050"/>
                </a:solidFill>
                <a:sym typeface="Wingdings" panose="05000000000000000000" pitchFamily="2" charset="2"/>
              </a:rPr>
              <a:t>G[10:5]</a:t>
            </a:r>
            <a:r>
              <a:rPr lang="en-US" altLang="ko-KR" sz="1600" dirty="0">
                <a:sym typeface="Wingdings" panose="05000000000000000000" pitchFamily="2" charset="2"/>
              </a:rPr>
              <a:t>00 </a:t>
            </a:r>
            <a:r>
              <a:rPr lang="ko-KR" altLang="en-US" sz="1600" dirty="0">
                <a:sym typeface="Wingdings" panose="05000000000000000000" pitchFamily="2" charset="2"/>
              </a:rPr>
              <a:t>으로 </a:t>
            </a:r>
            <a:r>
              <a:rPr lang="en-US" altLang="ko-KR" sz="1600" dirty="0">
                <a:sym typeface="Wingdings" panose="05000000000000000000" pitchFamily="2" charset="2"/>
              </a:rPr>
              <a:t>conversion</a:t>
            </a:r>
          </a:p>
          <a:p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</a:t>
            </a:r>
            <a:r>
              <a:rPr lang="ko-KR" altLang="en-US" sz="1600" dirty="0">
                <a:sym typeface="Wingdings" panose="05000000000000000000" pitchFamily="2" charset="2"/>
              </a:rPr>
              <a:t>저장되는 </a:t>
            </a:r>
            <a:r>
              <a:rPr lang="en-US" altLang="ko-KR" sz="1600" dirty="0">
                <a:sym typeface="Wingdings" panose="05000000000000000000" pitchFamily="2" charset="2"/>
              </a:rPr>
              <a:t>data type </a:t>
            </a:r>
            <a:r>
              <a:rPr lang="ko-KR" altLang="en-US" sz="1600" dirty="0">
                <a:sym typeface="Wingdings" panose="05000000000000000000" pitchFamily="2" charset="2"/>
              </a:rPr>
              <a:t>은 </a:t>
            </a:r>
            <a:r>
              <a:rPr lang="en-US" altLang="ko-KR" sz="1600" dirty="0">
                <a:sym typeface="Wingdings" panose="05000000000000000000" pitchFamily="2" charset="2"/>
              </a:rPr>
              <a:t>little endian </a:t>
            </a:r>
            <a:r>
              <a:rPr lang="ko-KR" altLang="en-US" sz="1600" dirty="0">
                <a:sym typeface="Wingdings" panose="05000000000000000000" pitchFamily="2" charset="2"/>
              </a:rPr>
              <a:t>으로 저장되어야 함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  </a:t>
            </a:r>
            <a:r>
              <a:rPr lang="ko-KR" altLang="en-US" sz="1600" dirty="0">
                <a:sym typeface="Wingdings" panose="05000000000000000000" pitchFamily="2" charset="2"/>
              </a:rPr>
              <a:t>영상</a:t>
            </a:r>
            <a:r>
              <a:rPr lang="en-US" altLang="ko-KR" sz="1600" dirty="0">
                <a:sym typeface="Wingdings" panose="05000000000000000000" pitchFamily="2" charset="2"/>
              </a:rPr>
              <a:t>.raw format </a:t>
            </a:r>
            <a:r>
              <a:rPr lang="ko-KR" altLang="en-US" sz="1600" dirty="0">
                <a:sym typeface="Wingdings" panose="05000000000000000000" pitchFamily="2" charset="2"/>
              </a:rPr>
              <a:t>이며</a:t>
            </a:r>
            <a:r>
              <a:rPr lang="en-US" altLang="ko-KR" sz="1600" dirty="0"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ym typeface="Wingdings" panose="05000000000000000000" pitchFamily="2" charset="2"/>
              </a:rPr>
              <a:t>이를 위해 </a:t>
            </a:r>
            <a:r>
              <a:rPr lang="en-US" altLang="ko-KR" sz="1600" dirty="0">
                <a:sym typeface="Wingdings" panose="05000000000000000000" pitchFamily="2" charset="2"/>
              </a:rPr>
              <a:t>CSI2 </a:t>
            </a:r>
            <a:r>
              <a:rPr lang="ko-KR" altLang="en-US" sz="1600" dirty="0">
                <a:sym typeface="Wingdings" panose="05000000000000000000" pitchFamily="2" charset="2"/>
              </a:rPr>
              <a:t>입력 </a:t>
            </a:r>
            <a:r>
              <a:rPr lang="en-US" altLang="ko-KR" sz="1600" dirty="0">
                <a:sym typeface="Wingdings" panose="05000000000000000000" pitchFamily="2" charset="2"/>
              </a:rPr>
              <a:t>data </a:t>
            </a:r>
            <a:r>
              <a:rPr lang="ko-KR" altLang="en-US" sz="1600" dirty="0">
                <a:sym typeface="Wingdings" panose="05000000000000000000" pitchFamily="2" charset="2"/>
              </a:rPr>
              <a:t>를 한번 더 </a:t>
            </a:r>
            <a:r>
              <a:rPr lang="en-US" altLang="ko-KR" sz="1600" dirty="0">
                <a:sym typeface="Wingdings" panose="05000000000000000000" pitchFamily="2" charset="2"/>
              </a:rPr>
              <a:t>conversion </a:t>
            </a:r>
            <a:r>
              <a:rPr lang="ko-KR" altLang="en-US" sz="1600" dirty="0">
                <a:sym typeface="Wingdings" panose="05000000000000000000" pitchFamily="2" charset="2"/>
              </a:rPr>
              <a:t>해야 함</a:t>
            </a:r>
            <a:r>
              <a:rPr lang="en-US" altLang="ko-KR" sz="16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 ex) </a:t>
            </a:r>
            <a:r>
              <a:rPr lang="en-US" altLang="ko-KR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R[7:3]</a:t>
            </a:r>
            <a:r>
              <a:rPr lang="en-US" altLang="ko-KR" sz="1600" dirty="0">
                <a:sym typeface="Wingdings" panose="05000000000000000000" pitchFamily="2" charset="2"/>
              </a:rPr>
              <a:t>000 , </a:t>
            </a:r>
            <a:r>
              <a:rPr lang="en-US" altLang="ko-KR" sz="1600" b="1" dirty="0">
                <a:solidFill>
                  <a:srgbClr val="0070C0"/>
                </a:solidFill>
                <a:sym typeface="Wingdings" panose="05000000000000000000" pitchFamily="2" charset="2"/>
              </a:rPr>
              <a:t>B[12:8]</a:t>
            </a:r>
            <a:r>
              <a:rPr lang="en-US" altLang="ko-KR" sz="1600" dirty="0">
                <a:sym typeface="Wingdings" panose="05000000000000000000" pitchFamily="2" charset="2"/>
              </a:rPr>
              <a:t>000 , </a:t>
            </a:r>
            <a:r>
              <a:rPr lang="en-US" altLang="ko-KR" sz="1600" b="1" dirty="0">
                <a:solidFill>
                  <a:srgbClr val="00B050"/>
                </a:solidFill>
                <a:sym typeface="Wingdings" panose="05000000000000000000" pitchFamily="2" charset="2"/>
              </a:rPr>
              <a:t>G[2:0][15:13]</a:t>
            </a:r>
            <a:r>
              <a:rPr lang="en-US" altLang="ko-KR" sz="1600" dirty="0">
                <a:sym typeface="Wingdings" panose="05000000000000000000" pitchFamily="2" charset="2"/>
              </a:rPr>
              <a:t>00 </a:t>
            </a:r>
            <a:r>
              <a:rPr lang="ko-KR" altLang="en-US" sz="1600" dirty="0">
                <a:sym typeface="Wingdings" panose="05000000000000000000" pitchFamily="2" charset="2"/>
              </a:rPr>
              <a:t>으로 </a:t>
            </a:r>
            <a:r>
              <a:rPr lang="en-US" altLang="ko-KR" sz="1600" dirty="0">
                <a:sym typeface="Wingdings" panose="05000000000000000000" pitchFamily="2" charset="2"/>
              </a:rPr>
              <a:t>conversion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99326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6B9B2-3829-AE68-5531-DAC42CC665C4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Dual readout </a:t>
            </a:r>
            <a:r>
              <a:rPr lang="ko-KR" altLang="en-US" sz="1600" dirty="0"/>
              <a:t>적용시 </a:t>
            </a:r>
            <a:r>
              <a:rPr lang="en-US" altLang="ko-KR" sz="1600" dirty="0"/>
              <a:t>data format </a:t>
            </a:r>
            <a:r>
              <a:rPr lang="ko-KR" altLang="en-US" sz="1600" dirty="0"/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400DD-3A33-C34C-1FFE-47898D8ABFC5}"/>
              </a:ext>
            </a:extLst>
          </p:cNvPr>
          <p:cNvSpPr txBox="1"/>
          <p:nvPr/>
        </p:nvSpPr>
        <p:spPr>
          <a:xfrm>
            <a:off x="422582" y="1461530"/>
            <a:ext cx="8325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. ROIC 256 pixel / 1ch , ROIC </a:t>
            </a:r>
            <a:r>
              <a:rPr lang="en-US" altLang="ko-KR" sz="1600" dirty="0" err="1"/>
              <a:t>data_a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data_b</a:t>
            </a:r>
            <a:r>
              <a:rPr lang="en-US" altLang="ko-KR" sz="1600" dirty="0"/>
              <a:t> </a:t>
            </a:r>
            <a:r>
              <a:rPr lang="ko-KR" altLang="en-US" sz="1600" dirty="0"/>
              <a:t>사용시 </a:t>
            </a:r>
            <a:r>
              <a:rPr lang="en-US" altLang="ko-KR" sz="1600" dirty="0"/>
              <a:t>2pixel / 1clock </a:t>
            </a:r>
            <a:r>
              <a:rPr lang="ko-KR" altLang="en-US" sz="1600" dirty="0"/>
              <a:t>출력</a:t>
            </a:r>
            <a:endParaRPr lang="en-US" altLang="ko-KR" sz="1600" dirty="0"/>
          </a:p>
          <a:p>
            <a:r>
              <a:rPr lang="en-US" altLang="ko-KR" sz="1600" dirty="0">
                <a:sym typeface="Wingdings" panose="05000000000000000000" pitchFamily="2" charset="2"/>
              </a:rPr>
              <a:t>. </a:t>
            </a:r>
            <a:r>
              <a:rPr lang="ko-KR" altLang="en-US" sz="1600" dirty="0">
                <a:sym typeface="Wingdings" panose="05000000000000000000" pitchFamily="2" charset="2"/>
              </a:rPr>
              <a:t>이로 인해 </a:t>
            </a:r>
            <a:r>
              <a:rPr lang="en-US" altLang="ko-KR" sz="1600" dirty="0">
                <a:sym typeface="Wingdings" panose="05000000000000000000" pitchFamily="2" charset="2"/>
              </a:rPr>
              <a:t>ROIC 1ch </a:t>
            </a:r>
            <a:r>
              <a:rPr lang="ko-KR" altLang="en-US" sz="1600" dirty="0">
                <a:sym typeface="Wingdings" panose="05000000000000000000" pitchFamily="2" charset="2"/>
              </a:rPr>
              <a:t>당 </a:t>
            </a:r>
            <a:r>
              <a:rPr lang="en-US" altLang="ko-KR" sz="1600" dirty="0">
                <a:sym typeface="Wingdings" panose="05000000000000000000" pitchFamily="2" charset="2"/>
              </a:rPr>
              <a:t>128 clock (256pixel) </a:t>
            </a:r>
            <a:r>
              <a:rPr lang="ko-KR" altLang="en-US" sz="1600" dirty="0">
                <a:sym typeface="Wingdings" panose="05000000000000000000" pitchFamily="2" charset="2"/>
              </a:rPr>
              <a:t>입력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ROIC(256) x 4 = 1024 pixel</a:t>
            </a:r>
            <a:r>
              <a:rPr lang="ko-KR" altLang="en-US" sz="1600" dirty="0">
                <a:sym typeface="Wingdings" panose="05000000000000000000" pitchFamily="2" charset="2"/>
              </a:rPr>
              <a:t> 이 아닌 </a:t>
            </a:r>
            <a:r>
              <a:rPr lang="en-US" altLang="ko-KR" sz="1600" dirty="0">
                <a:sym typeface="Wingdings" panose="05000000000000000000" pitchFamily="2" charset="2"/>
              </a:rPr>
              <a:t>, ROIC(256) x 8 = 1024 pixel </a:t>
            </a:r>
            <a:r>
              <a:rPr lang="ko-KR" altLang="en-US" sz="1600" dirty="0">
                <a:sym typeface="Wingdings" panose="05000000000000000000" pitchFamily="2" charset="2"/>
              </a:rPr>
              <a:t>이 됨</a:t>
            </a:r>
            <a:r>
              <a:rPr lang="en-US" altLang="ko-KR" sz="16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1D02BE-D16F-7A35-C9F2-28BC13953CF6}"/>
              </a:ext>
            </a:extLst>
          </p:cNvPr>
          <p:cNvGrpSpPr/>
          <p:nvPr/>
        </p:nvGrpSpPr>
        <p:grpSpPr>
          <a:xfrm>
            <a:off x="179512" y="2924944"/>
            <a:ext cx="1814978" cy="1654694"/>
            <a:chOff x="264721" y="3357572"/>
            <a:chExt cx="1814978" cy="165469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09155D5-60EB-6E61-C829-19A11C57DB8E}"/>
                </a:ext>
              </a:extLst>
            </p:cNvPr>
            <p:cNvSpPr/>
            <p:nvPr/>
          </p:nvSpPr>
          <p:spPr>
            <a:xfrm>
              <a:off x="496057" y="3557377"/>
              <a:ext cx="1583642" cy="145488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50CE72-8626-A79A-9060-1979F8AC9592}"/>
                </a:ext>
              </a:extLst>
            </p:cNvPr>
            <p:cNvSpPr txBox="1"/>
            <p:nvPr/>
          </p:nvSpPr>
          <p:spPr>
            <a:xfrm>
              <a:off x="899592" y="3357572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Width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A95882-1BFA-94D5-D681-FEA8D2CB28CF}"/>
                </a:ext>
              </a:extLst>
            </p:cNvPr>
            <p:cNvSpPr txBox="1"/>
            <p:nvPr/>
          </p:nvSpPr>
          <p:spPr>
            <a:xfrm rot="16200000">
              <a:off x="0" y="4147537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Height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8C74BE-4C48-04B8-6BFC-2F5619E4B450}"/>
              </a:ext>
            </a:extLst>
          </p:cNvPr>
          <p:cNvSpPr txBox="1"/>
          <p:nvPr/>
        </p:nvSpPr>
        <p:spPr>
          <a:xfrm>
            <a:off x="417194" y="3300677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1536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3E05B-7D74-90EB-94AC-6FA38E1396B7}"/>
              </a:ext>
            </a:extLst>
          </p:cNvPr>
          <p:cNvSpPr/>
          <p:nvPr/>
        </p:nvSpPr>
        <p:spPr>
          <a:xfrm>
            <a:off x="410848" y="4725665"/>
            <a:ext cx="1583642" cy="726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B0FA6F8-67E1-F7FA-3FB3-B8222AFD156E}"/>
              </a:ext>
            </a:extLst>
          </p:cNvPr>
          <p:cNvGrpSpPr/>
          <p:nvPr/>
        </p:nvGrpSpPr>
        <p:grpSpPr>
          <a:xfrm>
            <a:off x="330688" y="4834067"/>
            <a:ext cx="389623" cy="517855"/>
            <a:chOff x="415897" y="5372066"/>
            <a:chExt cx="389623" cy="517855"/>
          </a:xfrm>
        </p:grpSpPr>
        <p:sp>
          <p:nvSpPr>
            <p:cNvPr id="16" name="왼쪽 중괄호 15">
              <a:extLst>
                <a:ext uri="{FF2B5EF4-FFF2-40B4-BE49-F238E27FC236}">
                  <a16:creationId xmlns:a16="http://schemas.microsoft.com/office/drawing/2014/main" id="{57B2FBCC-D2CD-F5E7-CBF0-8C510CF59A54}"/>
                </a:ext>
              </a:extLst>
            </p:cNvPr>
            <p:cNvSpPr/>
            <p:nvPr/>
          </p:nvSpPr>
          <p:spPr>
            <a:xfrm rot="16200000">
              <a:off x="469418" y="5407053"/>
              <a:ext cx="253916" cy="18394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664DD28-42B9-FED6-931C-7AD43865CED0}"/>
                </a:ext>
              </a:extLst>
            </p:cNvPr>
            <p:cNvSpPr/>
            <p:nvPr/>
          </p:nvSpPr>
          <p:spPr>
            <a:xfrm>
              <a:off x="496057" y="5655016"/>
              <a:ext cx="192290" cy="591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070D0E-2E09-A04F-296A-9A3D14489473}"/>
                </a:ext>
              </a:extLst>
            </p:cNvPr>
            <p:cNvSpPr txBox="1"/>
            <p:nvPr/>
          </p:nvSpPr>
          <p:spPr>
            <a:xfrm>
              <a:off x="415897" y="5674477"/>
              <a:ext cx="38962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256</a:t>
              </a:r>
            </a:p>
          </p:txBody>
        </p:sp>
      </p:grp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4A56ACE9-9D05-7824-A0C4-10B5C86FB0E2}"/>
              </a:ext>
            </a:extLst>
          </p:cNvPr>
          <p:cNvSpPr/>
          <p:nvPr/>
        </p:nvSpPr>
        <p:spPr>
          <a:xfrm rot="5400000" flipH="1">
            <a:off x="502661" y="5217742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2DBBBA-492A-93F8-275E-36BC45CAF9FB}"/>
              </a:ext>
            </a:extLst>
          </p:cNvPr>
          <p:cNvSpPr txBox="1"/>
          <p:nvPr/>
        </p:nvSpPr>
        <p:spPr>
          <a:xfrm>
            <a:off x="28084" y="5572280"/>
            <a:ext cx="1224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 x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A28220-1D39-0B4D-985A-20953613F655}"/>
              </a:ext>
            </a:extLst>
          </p:cNvPr>
          <p:cNvSpPr txBox="1"/>
          <p:nvPr/>
        </p:nvSpPr>
        <p:spPr>
          <a:xfrm>
            <a:off x="1907704" y="4653136"/>
            <a:ext cx="4493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 line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D49B781-4193-7313-90E8-D524D694D87E}"/>
              </a:ext>
            </a:extLst>
          </p:cNvPr>
          <p:cNvGrpSpPr/>
          <p:nvPr/>
        </p:nvGrpSpPr>
        <p:grpSpPr>
          <a:xfrm>
            <a:off x="2396506" y="3423050"/>
            <a:ext cx="115536" cy="1046032"/>
            <a:chOff x="2396506" y="3783090"/>
            <a:chExt cx="115536" cy="10460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37F46FE-8FE7-242A-2F49-08EBE0F68735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B0B112C-3C61-86E2-7971-6C8B05B30DB9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C926FCE-6B5B-79F1-5649-1817C18D7A9F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FD9EDA-258F-06C9-01CB-E7D2645A096B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9DD453B-4AF6-421B-AEFC-1122953E8E55}"/>
              </a:ext>
            </a:extLst>
          </p:cNvPr>
          <p:cNvGrpSpPr/>
          <p:nvPr/>
        </p:nvGrpSpPr>
        <p:grpSpPr>
          <a:xfrm>
            <a:off x="2267418" y="3423050"/>
            <a:ext cx="115536" cy="1046032"/>
            <a:chOff x="2396506" y="3783090"/>
            <a:chExt cx="115536" cy="104603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A69D2A0-6F23-5213-9179-5ED66DBBB2ED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24B0D9F-7FE1-8B64-40D2-C35C8FDFCD80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CD8749F-B4DC-E63A-03E3-FB3870286EC4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E5C87D-8BF3-C79C-090B-4E9214C0F612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B3AD608-E53A-496A-5294-2143496D36E6}"/>
              </a:ext>
            </a:extLst>
          </p:cNvPr>
          <p:cNvGrpSpPr/>
          <p:nvPr/>
        </p:nvGrpSpPr>
        <p:grpSpPr>
          <a:xfrm>
            <a:off x="2051720" y="3423049"/>
            <a:ext cx="115536" cy="1046032"/>
            <a:chOff x="2396506" y="3783090"/>
            <a:chExt cx="115536" cy="104603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8FD6403-A720-13DA-17A2-4FFB149D2580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769D2F7-9DF4-C47B-EF70-7B4D1C687909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78429AE-40F5-8357-6D0F-8F2722FCCE1B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B1F923D-AA90-3C97-F63F-143BC0F30C17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D06EA23-1839-33F9-1C49-EF95C0603E6D}"/>
              </a:ext>
            </a:extLst>
          </p:cNvPr>
          <p:cNvSpPr txBox="1"/>
          <p:nvPr/>
        </p:nvSpPr>
        <p:spPr>
          <a:xfrm>
            <a:off x="2367553" y="3362397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7926AD-7960-26D4-F6DD-BB46D6BD61F6}"/>
              </a:ext>
            </a:extLst>
          </p:cNvPr>
          <p:cNvSpPr txBox="1"/>
          <p:nvPr/>
        </p:nvSpPr>
        <p:spPr>
          <a:xfrm>
            <a:off x="2367553" y="3679006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7FE07F-DFF6-F0C0-7C5A-352E89893C20}"/>
              </a:ext>
            </a:extLst>
          </p:cNvPr>
          <p:cNvSpPr txBox="1"/>
          <p:nvPr/>
        </p:nvSpPr>
        <p:spPr>
          <a:xfrm>
            <a:off x="2369208" y="3994834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9F8709-116A-1990-EB34-0678BEB7705C}"/>
              </a:ext>
            </a:extLst>
          </p:cNvPr>
          <p:cNvSpPr txBox="1"/>
          <p:nvPr/>
        </p:nvSpPr>
        <p:spPr>
          <a:xfrm>
            <a:off x="2366849" y="4304899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F4BB75-7C92-B747-CD20-6D01DB8E6241}"/>
              </a:ext>
            </a:extLst>
          </p:cNvPr>
          <p:cNvSpPr txBox="1"/>
          <p:nvPr/>
        </p:nvSpPr>
        <p:spPr>
          <a:xfrm>
            <a:off x="2233060" y="3366516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C64B60-A0CE-F5E5-25BC-BA085FB54542}"/>
              </a:ext>
            </a:extLst>
          </p:cNvPr>
          <p:cNvSpPr txBox="1"/>
          <p:nvPr/>
        </p:nvSpPr>
        <p:spPr>
          <a:xfrm>
            <a:off x="2233060" y="3683125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6BB49D-38FD-097C-2517-62F8A454EDD4}"/>
              </a:ext>
            </a:extLst>
          </p:cNvPr>
          <p:cNvSpPr txBox="1"/>
          <p:nvPr/>
        </p:nvSpPr>
        <p:spPr>
          <a:xfrm>
            <a:off x="2234715" y="3998953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85373-898F-9227-F5DB-489A28A42347}"/>
              </a:ext>
            </a:extLst>
          </p:cNvPr>
          <p:cNvSpPr txBox="1"/>
          <p:nvPr/>
        </p:nvSpPr>
        <p:spPr>
          <a:xfrm>
            <a:off x="2232356" y="4309018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6F0B5D-4515-3539-E399-71E457B046B6}"/>
              </a:ext>
            </a:extLst>
          </p:cNvPr>
          <p:cNvSpPr txBox="1"/>
          <p:nvPr/>
        </p:nvSpPr>
        <p:spPr>
          <a:xfrm>
            <a:off x="1917937" y="3361754"/>
            <a:ext cx="368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4979B4-D847-752D-A0C7-856D4720DEBF}"/>
              </a:ext>
            </a:extLst>
          </p:cNvPr>
          <p:cNvSpPr txBox="1"/>
          <p:nvPr/>
        </p:nvSpPr>
        <p:spPr>
          <a:xfrm>
            <a:off x="1895186" y="3678363"/>
            <a:ext cx="411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0B0CE1-A46D-D7E4-D114-C303B0EA9633}"/>
              </a:ext>
            </a:extLst>
          </p:cNvPr>
          <p:cNvSpPr txBox="1"/>
          <p:nvPr/>
        </p:nvSpPr>
        <p:spPr>
          <a:xfrm>
            <a:off x="1866932" y="3994191"/>
            <a:ext cx="4863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07545-B772-6E9B-1E9C-CB4559D7A10E}"/>
              </a:ext>
            </a:extLst>
          </p:cNvPr>
          <p:cNvSpPr txBox="1"/>
          <p:nvPr/>
        </p:nvSpPr>
        <p:spPr>
          <a:xfrm>
            <a:off x="1881159" y="4304256"/>
            <a:ext cx="464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255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6C3237F-48E6-13CF-63F9-917B3E317084}"/>
              </a:ext>
            </a:extLst>
          </p:cNvPr>
          <p:cNvSpPr/>
          <p:nvPr/>
        </p:nvSpPr>
        <p:spPr>
          <a:xfrm>
            <a:off x="715260" y="5115796"/>
            <a:ext cx="192290" cy="59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ACD8D5C-EDB5-8A37-1C1B-AD880ED8327D}"/>
              </a:ext>
            </a:extLst>
          </p:cNvPr>
          <p:cNvCxnSpPr>
            <a:cxnSpLocks/>
          </p:cNvCxnSpPr>
          <p:nvPr/>
        </p:nvCxnSpPr>
        <p:spPr>
          <a:xfrm>
            <a:off x="618703" y="5145349"/>
            <a:ext cx="11212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05D66BFE-27B4-9425-63D6-B0105D539B5F}"/>
              </a:ext>
            </a:extLst>
          </p:cNvPr>
          <p:cNvSpPr/>
          <p:nvPr/>
        </p:nvSpPr>
        <p:spPr>
          <a:xfrm rot="5400000" flipH="1">
            <a:off x="1024993" y="5221903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FD0FF5B7-901B-19AD-D0DF-BAEFEF963361}"/>
              </a:ext>
            </a:extLst>
          </p:cNvPr>
          <p:cNvSpPr/>
          <p:nvPr/>
        </p:nvSpPr>
        <p:spPr>
          <a:xfrm rot="5400000" flipH="1">
            <a:off x="1539875" y="5221902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F99DC3-5934-9A52-64AE-1452872B54C6}"/>
              </a:ext>
            </a:extLst>
          </p:cNvPr>
          <p:cNvSpPr txBox="1"/>
          <p:nvPr/>
        </p:nvSpPr>
        <p:spPr>
          <a:xfrm>
            <a:off x="7359124" y="4072120"/>
            <a:ext cx="1224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 gate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line</a:t>
            </a:r>
          </a:p>
          <a:p>
            <a:pPr algn="ctr"/>
            <a:r>
              <a:rPr lang="en-US" altLang="ko-KR" sz="800" dirty="0">
                <a:latin typeface="+mn-ea"/>
              </a:rPr>
              <a:t>CSI2 1 Frame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0B65669-460C-89F7-3F6F-F282B6D58A8A}"/>
              </a:ext>
            </a:extLst>
          </p:cNvPr>
          <p:cNvCxnSpPr>
            <a:cxnSpLocks/>
          </p:cNvCxnSpPr>
          <p:nvPr/>
        </p:nvCxnSpPr>
        <p:spPr>
          <a:xfrm>
            <a:off x="368828" y="3893807"/>
            <a:ext cx="17667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0904C80-8FCC-9D21-1C32-F8F5C6B95A8F}"/>
              </a:ext>
            </a:extLst>
          </p:cNvPr>
          <p:cNvSpPr txBox="1"/>
          <p:nvPr/>
        </p:nvSpPr>
        <p:spPr>
          <a:xfrm>
            <a:off x="445196" y="4049957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1536</a:t>
            </a:r>
            <a:endParaRPr lang="ko-KR" altLang="en-US" sz="10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DAA9CEF-5D77-2C36-D2CC-BE28B0C41015}"/>
              </a:ext>
            </a:extLst>
          </p:cNvPr>
          <p:cNvGrpSpPr/>
          <p:nvPr/>
        </p:nvGrpSpPr>
        <p:grpSpPr>
          <a:xfrm>
            <a:off x="3530972" y="3666787"/>
            <a:ext cx="1152128" cy="288490"/>
            <a:chOff x="3563888" y="3238551"/>
            <a:chExt cx="1152128" cy="288490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76AB26D-AB97-3B23-5EA1-1EADCF9A9B62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D69BF6A-880C-2761-D7BC-BD391264655D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CD79C45-47AB-2014-B02E-18284F746BD3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2498865-3F49-8E4C-D63C-DBE9155A20FA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3D10162-FB7A-5009-8856-A27921A98E76}"/>
              </a:ext>
            </a:extLst>
          </p:cNvPr>
          <p:cNvGrpSpPr/>
          <p:nvPr/>
        </p:nvGrpSpPr>
        <p:grpSpPr>
          <a:xfrm>
            <a:off x="4717913" y="3666787"/>
            <a:ext cx="1152128" cy="288490"/>
            <a:chOff x="3563888" y="3238551"/>
            <a:chExt cx="1152128" cy="288490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1644E7B-FE2C-A0F6-5E60-F7DBFE514864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C3F1232-AD18-B6F7-EC0D-E4530CD14665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B5AA4D-049E-EB4A-147C-9AEAFFC19C49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CF7F639-D4E7-CB0D-EFCB-7F009173DCF7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19BE236-609A-0958-8E07-5995A7E2229E}"/>
              </a:ext>
            </a:extLst>
          </p:cNvPr>
          <p:cNvGrpSpPr/>
          <p:nvPr/>
        </p:nvGrpSpPr>
        <p:grpSpPr>
          <a:xfrm>
            <a:off x="5904855" y="3666787"/>
            <a:ext cx="1152128" cy="288490"/>
            <a:chOff x="3563888" y="3238551"/>
            <a:chExt cx="1152128" cy="28849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463D977-6128-987F-1431-B54487F5B60B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A30B9B9-803F-EF6C-6A8E-3B4206D93D2A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F34C551-A2D2-065E-4B3F-756C4EAA317A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C6F6B533-8CE8-8038-463D-7943D3DBEFC4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3758EA8-AD00-1F3A-FE63-AFAE649374F6}"/>
              </a:ext>
            </a:extLst>
          </p:cNvPr>
          <p:cNvSpPr txBox="1"/>
          <p:nvPr/>
        </p:nvSpPr>
        <p:spPr>
          <a:xfrm>
            <a:off x="3458964" y="3395783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368F5D-000C-FFF8-E5A0-421C085941A5}"/>
              </a:ext>
            </a:extLst>
          </p:cNvPr>
          <p:cNvSpPr txBox="1"/>
          <p:nvPr/>
        </p:nvSpPr>
        <p:spPr>
          <a:xfrm>
            <a:off x="4591657" y="3408117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9B57DD-90E5-3B2D-FCF8-3FE122B64AC7}"/>
              </a:ext>
            </a:extLst>
          </p:cNvPr>
          <p:cNvSpPr txBox="1"/>
          <p:nvPr/>
        </p:nvSpPr>
        <p:spPr>
          <a:xfrm>
            <a:off x="5790708" y="3408117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#3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37644688-AE42-C558-9AF5-1211EADFFBED}"/>
              </a:ext>
            </a:extLst>
          </p:cNvPr>
          <p:cNvGrpSpPr/>
          <p:nvPr/>
        </p:nvGrpSpPr>
        <p:grpSpPr>
          <a:xfrm>
            <a:off x="3538889" y="4364646"/>
            <a:ext cx="1152128" cy="288490"/>
            <a:chOff x="3563888" y="3238551"/>
            <a:chExt cx="1152128" cy="288490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1A1E828-6F52-59BE-8B50-BC5D529BA3FB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FC805DB-E127-3BDC-629D-CF3C047053DA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516A667-B64F-5891-A0EA-3B8A59D3302E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457CD58-6825-BD7C-7ED2-9BE00ACFD825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40C6C7D-E074-B5C2-C726-FCAF0BAE0A67}"/>
              </a:ext>
            </a:extLst>
          </p:cNvPr>
          <p:cNvGrpSpPr/>
          <p:nvPr/>
        </p:nvGrpSpPr>
        <p:grpSpPr>
          <a:xfrm>
            <a:off x="4725830" y="4364646"/>
            <a:ext cx="1152128" cy="288490"/>
            <a:chOff x="3563888" y="3238551"/>
            <a:chExt cx="1152128" cy="288490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D4259A3-3038-2FBF-5855-704F043CDF49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1FCD86F-0A93-C8C4-3F89-7C74A00F51AF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3444987-C529-6C61-C00A-6699873CE7DA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7EB573B-ED8E-FBC6-3DC5-39EAF871ED20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A111E20-BFCE-1259-FD55-3DA2573CDF23}"/>
              </a:ext>
            </a:extLst>
          </p:cNvPr>
          <p:cNvGrpSpPr/>
          <p:nvPr/>
        </p:nvGrpSpPr>
        <p:grpSpPr>
          <a:xfrm>
            <a:off x="5912772" y="4364646"/>
            <a:ext cx="1152128" cy="288490"/>
            <a:chOff x="3563888" y="3238551"/>
            <a:chExt cx="1152128" cy="288490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A69B29D9-22C7-DD67-2F2D-6C13081825B7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8BFEA71-F8C7-C81D-5635-DFDABFE85708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2172C6BA-67D6-ABA5-3277-C9F74C613A0D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CB27B86-F7BE-7E98-B020-D81AB93BDBE7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0993DA49-2A50-893C-1CFF-B217DC7565D9}"/>
              </a:ext>
            </a:extLst>
          </p:cNvPr>
          <p:cNvSpPr txBox="1"/>
          <p:nvPr/>
        </p:nvSpPr>
        <p:spPr>
          <a:xfrm>
            <a:off x="3466881" y="4093642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560FF3-F4E9-1A3E-D8F6-CA9557DC9AF0}"/>
              </a:ext>
            </a:extLst>
          </p:cNvPr>
          <p:cNvSpPr txBox="1"/>
          <p:nvPr/>
        </p:nvSpPr>
        <p:spPr>
          <a:xfrm>
            <a:off x="4599574" y="4105976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A9D260D-CBDF-10F8-5348-6C3BC735F3C0}"/>
              </a:ext>
            </a:extLst>
          </p:cNvPr>
          <p:cNvSpPr txBox="1"/>
          <p:nvPr/>
        </p:nvSpPr>
        <p:spPr>
          <a:xfrm>
            <a:off x="5798625" y="4105976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#768</a:t>
            </a:r>
          </a:p>
        </p:txBody>
      </p:sp>
      <p:sp>
        <p:nvSpPr>
          <p:cNvPr id="95" name="왼쪽 중괄호 94">
            <a:extLst>
              <a:ext uri="{FF2B5EF4-FFF2-40B4-BE49-F238E27FC236}">
                <a16:creationId xmlns:a16="http://schemas.microsoft.com/office/drawing/2014/main" id="{891ADE3F-B177-5480-3E93-2751F4C646EA}"/>
              </a:ext>
            </a:extLst>
          </p:cNvPr>
          <p:cNvSpPr/>
          <p:nvPr/>
        </p:nvSpPr>
        <p:spPr>
          <a:xfrm flipH="1">
            <a:off x="7296100" y="3666786"/>
            <a:ext cx="313465" cy="986349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왼쪽 중괄호 95">
            <a:extLst>
              <a:ext uri="{FF2B5EF4-FFF2-40B4-BE49-F238E27FC236}">
                <a16:creationId xmlns:a16="http://schemas.microsoft.com/office/drawing/2014/main" id="{44F95F00-1095-05DA-EEE0-E466C2AF1850}"/>
              </a:ext>
            </a:extLst>
          </p:cNvPr>
          <p:cNvSpPr/>
          <p:nvPr/>
        </p:nvSpPr>
        <p:spPr>
          <a:xfrm rot="5400000" flipH="1">
            <a:off x="1051011" y="5029433"/>
            <a:ext cx="313465" cy="1577095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22CEDF-BAE2-B628-7772-A9AD9F17E1DB}"/>
              </a:ext>
            </a:extLst>
          </p:cNvPr>
          <p:cNvSpPr txBox="1"/>
          <p:nvPr/>
        </p:nvSpPr>
        <p:spPr>
          <a:xfrm>
            <a:off x="4395068" y="3179179"/>
            <a:ext cx="168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ROIC 12EA , 3072 pixel</a:t>
            </a:r>
          </a:p>
        </p:txBody>
      </p:sp>
    </p:spTree>
    <p:extLst>
      <p:ext uri="{BB962C8B-B14F-4D97-AF65-F5344CB8AC3E}">
        <p14:creationId xmlns:p14="http://schemas.microsoft.com/office/powerpoint/2010/main" val="2186979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6B9B2-3829-AE68-5531-DAC42CC665C4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Dual readout </a:t>
            </a:r>
            <a:r>
              <a:rPr lang="ko-KR" altLang="en-US" sz="1600" dirty="0"/>
              <a:t>적용시 </a:t>
            </a:r>
            <a:r>
              <a:rPr lang="en-US" altLang="ko-KR" sz="1600" dirty="0"/>
              <a:t>data format </a:t>
            </a:r>
            <a:r>
              <a:rPr lang="ko-KR" altLang="en-US" sz="1600" dirty="0"/>
              <a:t>설정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400DD-3A33-C34C-1FFE-47898D8ABFC5}"/>
              </a:ext>
            </a:extLst>
          </p:cNvPr>
          <p:cNvSpPr txBox="1"/>
          <p:nvPr/>
        </p:nvSpPr>
        <p:spPr>
          <a:xfrm>
            <a:off x="422582" y="1461530"/>
            <a:ext cx="83258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. </a:t>
            </a:r>
            <a:r>
              <a:rPr lang="en-US" altLang="ko-KR" sz="1600" dirty="0">
                <a:sym typeface="Wingdings" panose="05000000000000000000" pitchFamily="2" charset="2"/>
              </a:rPr>
              <a:t>1024 x 768 </a:t>
            </a:r>
            <a:r>
              <a:rPr lang="ko-KR" altLang="en-US" sz="1600" dirty="0">
                <a:sym typeface="Wingdings" panose="05000000000000000000" pitchFamily="2" charset="2"/>
              </a:rPr>
              <a:t>을 </a:t>
            </a:r>
            <a:r>
              <a:rPr lang="en-US" altLang="ko-KR" sz="1600" dirty="0">
                <a:sym typeface="Wingdings" panose="05000000000000000000" pitchFamily="2" charset="2"/>
              </a:rPr>
              <a:t>1frame </a:t>
            </a:r>
            <a:r>
              <a:rPr lang="ko-KR" altLang="en-US" sz="1600" dirty="0">
                <a:sym typeface="Wingdings" panose="05000000000000000000" pitchFamily="2" charset="2"/>
              </a:rPr>
              <a:t>으로 </a:t>
            </a:r>
            <a:r>
              <a:rPr lang="en-US" altLang="ko-KR" sz="1600" dirty="0">
                <a:sym typeface="Wingdings" panose="05000000000000000000" pitchFamily="2" charset="2"/>
              </a:rPr>
              <a:t>CSI2 </a:t>
            </a:r>
            <a:r>
              <a:rPr lang="en-US" altLang="ko-KR" sz="1600" dirty="0" err="1">
                <a:sym typeface="Wingdings" panose="05000000000000000000" pitchFamily="2" charset="2"/>
              </a:rPr>
              <a:t>tx</a:t>
            </a:r>
            <a:r>
              <a:rPr lang="ko-KR" altLang="en-US" sz="1600" dirty="0">
                <a:sym typeface="Wingdings" panose="05000000000000000000" pitchFamily="2" charset="2"/>
              </a:rPr>
              <a:t> 단위가 설정되므로 </a:t>
            </a:r>
            <a:r>
              <a:rPr lang="en-US" altLang="ko-KR" sz="1600" dirty="0">
                <a:sym typeface="Wingdings" panose="05000000000000000000" pitchFamily="2" charset="2"/>
              </a:rPr>
              <a:t>ROIC 8EA</a:t>
            </a:r>
            <a:r>
              <a:rPr lang="ko-KR" altLang="en-US" sz="1600" dirty="0">
                <a:sym typeface="Wingdings" panose="05000000000000000000" pitchFamily="2" charset="2"/>
              </a:rPr>
              <a:t> 기준으로 </a:t>
            </a:r>
            <a:r>
              <a:rPr lang="en-US" altLang="ko-KR" sz="1600" dirty="0">
                <a:sym typeface="Wingdings" panose="05000000000000000000" pitchFamily="2" charset="2"/>
              </a:rPr>
              <a:t>1 line </a:t>
            </a:r>
            <a:r>
              <a:rPr lang="ko-KR" altLang="en-US" sz="1600" dirty="0">
                <a:sym typeface="Wingdings" panose="05000000000000000000" pitchFamily="2" charset="2"/>
              </a:rPr>
              <a:t>설정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CSI2 2pixel mode </a:t>
            </a:r>
            <a:r>
              <a:rPr lang="ko-KR" altLang="en-US" sz="1600" dirty="0">
                <a:sym typeface="Wingdings" panose="05000000000000000000" pitchFamily="2" charset="2"/>
              </a:rPr>
              <a:t>사용시 </a:t>
            </a:r>
            <a:r>
              <a:rPr lang="en-US" altLang="ko-KR" sz="1600" dirty="0">
                <a:sym typeface="Wingdings" panose="05000000000000000000" pitchFamily="2" charset="2"/>
              </a:rPr>
              <a:t>ROIC </a:t>
            </a:r>
            <a:r>
              <a:rPr lang="en-US" altLang="ko-KR" sz="1600" dirty="0" err="1">
                <a:sym typeface="Wingdings" panose="05000000000000000000" pitchFamily="2" charset="2"/>
              </a:rPr>
              <a:t>data_a</a:t>
            </a:r>
            <a:r>
              <a:rPr lang="en-US" altLang="ko-KR" sz="1600" dirty="0">
                <a:sym typeface="Wingdings" panose="05000000000000000000" pitchFamily="2" charset="2"/>
              </a:rPr>
              <a:t>, </a:t>
            </a:r>
            <a:r>
              <a:rPr lang="en-US" altLang="ko-KR" sz="1600" dirty="0" err="1">
                <a:sym typeface="Wingdings" panose="05000000000000000000" pitchFamily="2" charset="2"/>
              </a:rPr>
              <a:t>data_b</a:t>
            </a:r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sym typeface="Wingdings" panose="05000000000000000000" pitchFamily="2" charset="2"/>
              </a:rPr>
              <a:t>각 </a:t>
            </a:r>
            <a:r>
              <a:rPr lang="en-US" altLang="ko-KR" sz="1600" dirty="0">
                <a:sym typeface="Wingdings" panose="05000000000000000000" pitchFamily="2" charset="2"/>
              </a:rPr>
              <a:t>16bit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x 2 </a:t>
            </a:r>
            <a:r>
              <a:rPr lang="ko-KR" altLang="en-US" sz="1600" dirty="0">
                <a:sym typeface="Wingdings" panose="05000000000000000000" pitchFamily="2" charset="2"/>
              </a:rPr>
              <a:t>처리  하도록 설정됨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Dual read out </a:t>
            </a:r>
            <a:r>
              <a:rPr lang="ko-KR" altLang="en-US" sz="1600" dirty="0" err="1">
                <a:sym typeface="Wingdings" panose="05000000000000000000" pitchFamily="2" charset="2"/>
              </a:rPr>
              <a:t>일때는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4pixel mode </a:t>
            </a:r>
            <a:r>
              <a:rPr lang="ko-KR" altLang="en-US" sz="1600" dirty="0">
                <a:sym typeface="Wingdings" panose="05000000000000000000" pitchFamily="2" charset="2"/>
              </a:rPr>
              <a:t>를 사용하여 </a:t>
            </a:r>
            <a:r>
              <a:rPr lang="en-US" altLang="ko-KR" sz="1600" dirty="0">
                <a:sym typeface="Wingdings" panose="05000000000000000000" pitchFamily="2" charset="2"/>
              </a:rPr>
              <a:t>data </a:t>
            </a:r>
            <a:r>
              <a:rPr lang="ko-KR" altLang="en-US" sz="1600" dirty="0">
                <a:sym typeface="Wingdings" panose="05000000000000000000" pitchFamily="2" charset="2"/>
              </a:rPr>
              <a:t>전송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#1 </a:t>
            </a:r>
            <a:r>
              <a:rPr lang="ko-KR" altLang="en-US" sz="1600" dirty="0">
                <a:sym typeface="Wingdings" panose="05000000000000000000" pitchFamily="2" charset="2"/>
              </a:rPr>
              <a:t>분할 </a:t>
            </a:r>
            <a:r>
              <a:rPr lang="en-US" altLang="ko-KR" sz="1600" dirty="0">
                <a:sym typeface="Wingdings" panose="05000000000000000000" pitchFamily="2" charset="2"/>
              </a:rPr>
              <a:t>data 2pixel , #2 </a:t>
            </a:r>
            <a:r>
              <a:rPr lang="ko-KR" altLang="en-US" sz="1600" dirty="0">
                <a:sym typeface="Wingdings" panose="05000000000000000000" pitchFamily="2" charset="2"/>
              </a:rPr>
              <a:t>분할 </a:t>
            </a:r>
            <a:r>
              <a:rPr lang="en-US" altLang="ko-KR" sz="1600" dirty="0">
                <a:sym typeface="Wingdings" panose="05000000000000000000" pitchFamily="2" charset="2"/>
              </a:rPr>
              <a:t>data 2pixel </a:t>
            </a:r>
            <a:r>
              <a:rPr lang="ko-KR" altLang="en-US" sz="1600" dirty="0">
                <a:sym typeface="Wingdings" panose="05000000000000000000" pitchFamily="2" charset="2"/>
              </a:rPr>
              <a:t>순서로 </a:t>
            </a:r>
            <a:r>
              <a:rPr lang="en-US" altLang="ko-KR" sz="1600" dirty="0">
                <a:sym typeface="Wingdings" panose="05000000000000000000" pitchFamily="2" charset="2"/>
              </a:rPr>
              <a:t>data </a:t>
            </a:r>
            <a:r>
              <a:rPr lang="ko-KR" altLang="en-US" sz="1600" dirty="0">
                <a:sym typeface="Wingdings" panose="05000000000000000000" pitchFamily="2" charset="2"/>
              </a:rPr>
              <a:t>전송되므로</a:t>
            </a:r>
            <a:r>
              <a:rPr lang="en-US" altLang="ko-KR" sz="1600" dirty="0">
                <a:sym typeface="Wingdings" panose="05000000000000000000" pitchFamily="2" charset="2"/>
              </a:rPr>
              <a:t>, 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  </a:t>
            </a:r>
            <a:r>
              <a:rPr lang="ko-KR" altLang="en-US" sz="1600" dirty="0">
                <a:sym typeface="Wingdings" panose="05000000000000000000" pitchFamily="2" charset="2"/>
              </a:rPr>
              <a:t>수신측</a:t>
            </a:r>
            <a:r>
              <a:rPr lang="en-US" altLang="ko-KR" sz="1600" dirty="0"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sym typeface="Wingdings" panose="05000000000000000000" pitchFamily="2" charset="2"/>
              </a:rPr>
              <a:t>unicon</a:t>
            </a:r>
            <a:r>
              <a:rPr lang="en-US" altLang="ko-KR" sz="1600" dirty="0">
                <a:sym typeface="Wingdings" panose="05000000000000000000" pitchFamily="2" charset="2"/>
              </a:rPr>
              <a:t> or</a:t>
            </a:r>
            <a:r>
              <a:rPr lang="ko-KR" altLang="en-US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sym typeface="Wingdings" panose="05000000000000000000" pitchFamily="2" charset="2"/>
              </a:rPr>
              <a:t>PC) </a:t>
            </a:r>
            <a:r>
              <a:rPr lang="ko-KR" altLang="en-US" sz="1600" dirty="0">
                <a:sym typeface="Wingdings" panose="05000000000000000000" pitchFamily="2" charset="2"/>
              </a:rPr>
              <a:t>에서 별도 정렬 해주어야 함</a:t>
            </a:r>
            <a:r>
              <a:rPr lang="en-US" altLang="ko-KR" sz="16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1D02BE-D16F-7A35-C9F2-28BC13953CF6}"/>
              </a:ext>
            </a:extLst>
          </p:cNvPr>
          <p:cNvGrpSpPr/>
          <p:nvPr/>
        </p:nvGrpSpPr>
        <p:grpSpPr>
          <a:xfrm>
            <a:off x="179512" y="2924944"/>
            <a:ext cx="1814978" cy="1654694"/>
            <a:chOff x="264721" y="3357572"/>
            <a:chExt cx="1814978" cy="165469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09155D5-60EB-6E61-C829-19A11C57DB8E}"/>
                </a:ext>
              </a:extLst>
            </p:cNvPr>
            <p:cNvSpPr/>
            <p:nvPr/>
          </p:nvSpPr>
          <p:spPr>
            <a:xfrm>
              <a:off x="496057" y="3557377"/>
              <a:ext cx="1583642" cy="145488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50CE72-8626-A79A-9060-1979F8AC9592}"/>
                </a:ext>
              </a:extLst>
            </p:cNvPr>
            <p:cNvSpPr txBox="1"/>
            <p:nvPr/>
          </p:nvSpPr>
          <p:spPr>
            <a:xfrm>
              <a:off x="899592" y="3357572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Width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A95882-1BFA-94D5-D681-FEA8D2CB28CF}"/>
                </a:ext>
              </a:extLst>
            </p:cNvPr>
            <p:cNvSpPr txBox="1"/>
            <p:nvPr/>
          </p:nvSpPr>
          <p:spPr>
            <a:xfrm rot="16200000">
              <a:off x="0" y="4147537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Height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8C74BE-4C48-04B8-6BFC-2F5619E4B450}"/>
              </a:ext>
            </a:extLst>
          </p:cNvPr>
          <p:cNvSpPr txBox="1"/>
          <p:nvPr/>
        </p:nvSpPr>
        <p:spPr>
          <a:xfrm>
            <a:off x="417194" y="3300677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1536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3E05B-7D74-90EB-94AC-6FA38E1396B7}"/>
              </a:ext>
            </a:extLst>
          </p:cNvPr>
          <p:cNvSpPr/>
          <p:nvPr/>
        </p:nvSpPr>
        <p:spPr>
          <a:xfrm>
            <a:off x="410848" y="4725665"/>
            <a:ext cx="1583642" cy="726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B0FA6F8-67E1-F7FA-3FB3-B8222AFD156E}"/>
              </a:ext>
            </a:extLst>
          </p:cNvPr>
          <p:cNvGrpSpPr/>
          <p:nvPr/>
        </p:nvGrpSpPr>
        <p:grpSpPr>
          <a:xfrm>
            <a:off x="330688" y="4834067"/>
            <a:ext cx="389623" cy="517855"/>
            <a:chOff x="415897" y="5372066"/>
            <a:chExt cx="389623" cy="517855"/>
          </a:xfrm>
        </p:grpSpPr>
        <p:sp>
          <p:nvSpPr>
            <p:cNvPr id="16" name="왼쪽 중괄호 15">
              <a:extLst>
                <a:ext uri="{FF2B5EF4-FFF2-40B4-BE49-F238E27FC236}">
                  <a16:creationId xmlns:a16="http://schemas.microsoft.com/office/drawing/2014/main" id="{57B2FBCC-D2CD-F5E7-CBF0-8C510CF59A54}"/>
                </a:ext>
              </a:extLst>
            </p:cNvPr>
            <p:cNvSpPr/>
            <p:nvPr/>
          </p:nvSpPr>
          <p:spPr>
            <a:xfrm rot="16200000">
              <a:off x="469418" y="5407053"/>
              <a:ext cx="253916" cy="18394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664DD28-42B9-FED6-931C-7AD43865CED0}"/>
                </a:ext>
              </a:extLst>
            </p:cNvPr>
            <p:cNvSpPr/>
            <p:nvPr/>
          </p:nvSpPr>
          <p:spPr>
            <a:xfrm>
              <a:off x="496057" y="5655016"/>
              <a:ext cx="192290" cy="5910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070D0E-2E09-A04F-296A-9A3D14489473}"/>
                </a:ext>
              </a:extLst>
            </p:cNvPr>
            <p:cNvSpPr txBox="1"/>
            <p:nvPr/>
          </p:nvSpPr>
          <p:spPr>
            <a:xfrm>
              <a:off x="415897" y="5674477"/>
              <a:ext cx="389623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256</a:t>
              </a:r>
            </a:p>
          </p:txBody>
        </p:sp>
      </p:grp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4A56ACE9-9D05-7824-A0C4-10B5C86FB0E2}"/>
              </a:ext>
            </a:extLst>
          </p:cNvPr>
          <p:cNvSpPr/>
          <p:nvPr/>
        </p:nvSpPr>
        <p:spPr>
          <a:xfrm rot="5400000" flipH="1">
            <a:off x="502661" y="5217742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2DBBBA-492A-93F8-275E-36BC45CAF9FB}"/>
              </a:ext>
            </a:extLst>
          </p:cNvPr>
          <p:cNvSpPr txBox="1"/>
          <p:nvPr/>
        </p:nvSpPr>
        <p:spPr>
          <a:xfrm>
            <a:off x="28084" y="5572280"/>
            <a:ext cx="122413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 x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A28220-1D39-0B4D-985A-20953613F655}"/>
              </a:ext>
            </a:extLst>
          </p:cNvPr>
          <p:cNvSpPr txBox="1"/>
          <p:nvPr/>
        </p:nvSpPr>
        <p:spPr>
          <a:xfrm>
            <a:off x="1907704" y="4653136"/>
            <a:ext cx="4493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 line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D49B781-4193-7313-90E8-D524D694D87E}"/>
              </a:ext>
            </a:extLst>
          </p:cNvPr>
          <p:cNvGrpSpPr/>
          <p:nvPr/>
        </p:nvGrpSpPr>
        <p:grpSpPr>
          <a:xfrm>
            <a:off x="2396506" y="3423050"/>
            <a:ext cx="115536" cy="1046032"/>
            <a:chOff x="2396506" y="3783090"/>
            <a:chExt cx="115536" cy="10460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37F46FE-8FE7-242A-2F49-08EBE0F68735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B0B112C-3C61-86E2-7971-6C8B05B30DB9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C926FCE-6B5B-79F1-5649-1817C18D7A9F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FD9EDA-258F-06C9-01CB-E7D2645A096B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9DD453B-4AF6-421B-AEFC-1122953E8E55}"/>
              </a:ext>
            </a:extLst>
          </p:cNvPr>
          <p:cNvGrpSpPr/>
          <p:nvPr/>
        </p:nvGrpSpPr>
        <p:grpSpPr>
          <a:xfrm>
            <a:off x="2267418" y="3423050"/>
            <a:ext cx="115536" cy="1046032"/>
            <a:chOff x="2396506" y="3783090"/>
            <a:chExt cx="115536" cy="104603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A69D2A0-6F23-5213-9179-5ED66DBBB2ED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24B0D9F-7FE1-8B64-40D2-C35C8FDFCD80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CD8749F-B4DC-E63A-03E3-FB3870286EC4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E5C87D-8BF3-C79C-090B-4E9214C0F612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B3AD608-E53A-496A-5294-2143496D36E6}"/>
              </a:ext>
            </a:extLst>
          </p:cNvPr>
          <p:cNvGrpSpPr/>
          <p:nvPr/>
        </p:nvGrpSpPr>
        <p:grpSpPr>
          <a:xfrm>
            <a:off x="2051720" y="3423049"/>
            <a:ext cx="115536" cy="1046032"/>
            <a:chOff x="2396506" y="3783090"/>
            <a:chExt cx="115536" cy="104603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8FD6403-A720-13DA-17A2-4FFB149D2580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769D2F7-9DF4-C47B-EF70-7B4D1C687909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78429AE-40F5-8357-6D0F-8F2722FCCE1B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B1F923D-AA90-3C97-F63F-143BC0F30C17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D06EA23-1839-33F9-1C49-EF95C0603E6D}"/>
              </a:ext>
            </a:extLst>
          </p:cNvPr>
          <p:cNvSpPr txBox="1"/>
          <p:nvPr/>
        </p:nvSpPr>
        <p:spPr>
          <a:xfrm>
            <a:off x="2367553" y="3362397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7926AD-7960-26D4-F6DD-BB46D6BD61F6}"/>
              </a:ext>
            </a:extLst>
          </p:cNvPr>
          <p:cNvSpPr txBox="1"/>
          <p:nvPr/>
        </p:nvSpPr>
        <p:spPr>
          <a:xfrm>
            <a:off x="2367553" y="3679006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7FE07F-DFF6-F0C0-7C5A-352E89893C20}"/>
              </a:ext>
            </a:extLst>
          </p:cNvPr>
          <p:cNvSpPr txBox="1"/>
          <p:nvPr/>
        </p:nvSpPr>
        <p:spPr>
          <a:xfrm>
            <a:off x="2369208" y="3994834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9F8709-116A-1990-EB34-0678BEB7705C}"/>
              </a:ext>
            </a:extLst>
          </p:cNvPr>
          <p:cNvSpPr txBox="1"/>
          <p:nvPr/>
        </p:nvSpPr>
        <p:spPr>
          <a:xfrm>
            <a:off x="2366849" y="4304899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F4BB75-7C92-B747-CD20-6D01DB8E6241}"/>
              </a:ext>
            </a:extLst>
          </p:cNvPr>
          <p:cNvSpPr txBox="1"/>
          <p:nvPr/>
        </p:nvSpPr>
        <p:spPr>
          <a:xfrm>
            <a:off x="2233060" y="3366516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C64B60-A0CE-F5E5-25BC-BA085FB54542}"/>
              </a:ext>
            </a:extLst>
          </p:cNvPr>
          <p:cNvSpPr txBox="1"/>
          <p:nvPr/>
        </p:nvSpPr>
        <p:spPr>
          <a:xfrm>
            <a:off x="2233060" y="3683125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6BB49D-38FD-097C-2517-62F8A454EDD4}"/>
              </a:ext>
            </a:extLst>
          </p:cNvPr>
          <p:cNvSpPr txBox="1"/>
          <p:nvPr/>
        </p:nvSpPr>
        <p:spPr>
          <a:xfrm>
            <a:off x="2234715" y="3998953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85373-898F-9227-F5DB-489A28A42347}"/>
              </a:ext>
            </a:extLst>
          </p:cNvPr>
          <p:cNvSpPr txBox="1"/>
          <p:nvPr/>
        </p:nvSpPr>
        <p:spPr>
          <a:xfrm>
            <a:off x="2232356" y="4309018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6F0B5D-4515-3539-E399-71E457B046B6}"/>
              </a:ext>
            </a:extLst>
          </p:cNvPr>
          <p:cNvSpPr txBox="1"/>
          <p:nvPr/>
        </p:nvSpPr>
        <p:spPr>
          <a:xfrm>
            <a:off x="1917937" y="3361754"/>
            <a:ext cx="368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4979B4-D847-752D-A0C7-856D4720DEBF}"/>
              </a:ext>
            </a:extLst>
          </p:cNvPr>
          <p:cNvSpPr txBox="1"/>
          <p:nvPr/>
        </p:nvSpPr>
        <p:spPr>
          <a:xfrm>
            <a:off x="1895186" y="3678363"/>
            <a:ext cx="411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0B0CE1-A46D-D7E4-D114-C303B0EA9633}"/>
              </a:ext>
            </a:extLst>
          </p:cNvPr>
          <p:cNvSpPr txBox="1"/>
          <p:nvPr/>
        </p:nvSpPr>
        <p:spPr>
          <a:xfrm>
            <a:off x="1866932" y="3994191"/>
            <a:ext cx="4863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07545-B772-6E9B-1E9C-CB4559D7A10E}"/>
              </a:ext>
            </a:extLst>
          </p:cNvPr>
          <p:cNvSpPr txBox="1"/>
          <p:nvPr/>
        </p:nvSpPr>
        <p:spPr>
          <a:xfrm>
            <a:off x="1881159" y="4304256"/>
            <a:ext cx="464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255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6C3237F-48E6-13CF-63F9-917B3E317084}"/>
              </a:ext>
            </a:extLst>
          </p:cNvPr>
          <p:cNvSpPr/>
          <p:nvPr/>
        </p:nvSpPr>
        <p:spPr>
          <a:xfrm>
            <a:off x="715260" y="5115796"/>
            <a:ext cx="192290" cy="591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ACD8D5C-EDB5-8A37-1C1B-AD880ED8327D}"/>
              </a:ext>
            </a:extLst>
          </p:cNvPr>
          <p:cNvCxnSpPr>
            <a:cxnSpLocks/>
          </p:cNvCxnSpPr>
          <p:nvPr/>
        </p:nvCxnSpPr>
        <p:spPr>
          <a:xfrm>
            <a:off x="618703" y="5145349"/>
            <a:ext cx="112122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05D66BFE-27B4-9425-63D6-B0105D539B5F}"/>
              </a:ext>
            </a:extLst>
          </p:cNvPr>
          <p:cNvSpPr/>
          <p:nvPr/>
        </p:nvSpPr>
        <p:spPr>
          <a:xfrm rot="5400000" flipH="1">
            <a:off x="1024993" y="5221903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FD0FF5B7-901B-19AD-D0DF-BAEFEF963361}"/>
              </a:ext>
            </a:extLst>
          </p:cNvPr>
          <p:cNvSpPr/>
          <p:nvPr/>
        </p:nvSpPr>
        <p:spPr>
          <a:xfrm rot="5400000" flipH="1">
            <a:off x="1539875" y="5221902"/>
            <a:ext cx="313465" cy="480396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F99DC3-5934-9A52-64AE-1452872B54C6}"/>
              </a:ext>
            </a:extLst>
          </p:cNvPr>
          <p:cNvSpPr txBox="1"/>
          <p:nvPr/>
        </p:nvSpPr>
        <p:spPr>
          <a:xfrm>
            <a:off x="7359124" y="4072120"/>
            <a:ext cx="1224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 gate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line</a:t>
            </a:r>
          </a:p>
          <a:p>
            <a:pPr algn="ctr"/>
            <a:r>
              <a:rPr lang="en-US" altLang="ko-KR" sz="800" dirty="0">
                <a:latin typeface="+mn-ea"/>
              </a:rPr>
              <a:t>CSI2 1 Frame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0B65669-460C-89F7-3F6F-F282B6D58A8A}"/>
              </a:ext>
            </a:extLst>
          </p:cNvPr>
          <p:cNvCxnSpPr>
            <a:cxnSpLocks/>
          </p:cNvCxnSpPr>
          <p:nvPr/>
        </p:nvCxnSpPr>
        <p:spPr>
          <a:xfrm>
            <a:off x="368828" y="3893807"/>
            <a:ext cx="17667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0904C80-8FCC-9D21-1C32-F8F5C6B95A8F}"/>
              </a:ext>
            </a:extLst>
          </p:cNvPr>
          <p:cNvSpPr txBox="1"/>
          <p:nvPr/>
        </p:nvSpPr>
        <p:spPr>
          <a:xfrm>
            <a:off x="445196" y="4049957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1536</a:t>
            </a:r>
            <a:endParaRPr lang="ko-KR" altLang="en-US" sz="10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DAA9CEF-5D77-2C36-D2CC-BE28B0C41015}"/>
              </a:ext>
            </a:extLst>
          </p:cNvPr>
          <p:cNvGrpSpPr/>
          <p:nvPr/>
        </p:nvGrpSpPr>
        <p:grpSpPr>
          <a:xfrm>
            <a:off x="3530972" y="3666787"/>
            <a:ext cx="1152128" cy="288490"/>
            <a:chOff x="3563888" y="3238551"/>
            <a:chExt cx="1152128" cy="288490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76AB26D-AB97-3B23-5EA1-1EADCF9A9B62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D69BF6A-880C-2761-D7BC-BD391264655D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CD79C45-47AB-2014-B02E-18284F746BD3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2498865-3F49-8E4C-D63C-DBE9155A20FA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3D10162-FB7A-5009-8856-A27921A98E76}"/>
              </a:ext>
            </a:extLst>
          </p:cNvPr>
          <p:cNvGrpSpPr/>
          <p:nvPr/>
        </p:nvGrpSpPr>
        <p:grpSpPr>
          <a:xfrm>
            <a:off x="4717913" y="3666787"/>
            <a:ext cx="1152128" cy="288490"/>
            <a:chOff x="3563888" y="3238551"/>
            <a:chExt cx="1152128" cy="288490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1644E7B-FE2C-A0F6-5E60-F7DBFE514864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C3F1232-AD18-B6F7-EC0D-E4530CD14665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B5AA4D-049E-EB4A-147C-9AEAFFC19C49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CF7F639-D4E7-CB0D-EFCB-7F009173DCF7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19BE236-609A-0958-8E07-5995A7E2229E}"/>
              </a:ext>
            </a:extLst>
          </p:cNvPr>
          <p:cNvGrpSpPr/>
          <p:nvPr/>
        </p:nvGrpSpPr>
        <p:grpSpPr>
          <a:xfrm>
            <a:off x="5904855" y="3666787"/>
            <a:ext cx="1152128" cy="288490"/>
            <a:chOff x="3563888" y="3238551"/>
            <a:chExt cx="1152128" cy="28849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463D977-6128-987F-1431-B54487F5B60B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A30B9B9-803F-EF6C-6A8E-3B4206D93D2A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F34C551-A2D2-065E-4B3F-756C4EAA317A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C6F6B533-8CE8-8038-463D-7943D3DBEFC4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3758EA8-AD00-1F3A-FE63-AFAE649374F6}"/>
              </a:ext>
            </a:extLst>
          </p:cNvPr>
          <p:cNvSpPr txBox="1"/>
          <p:nvPr/>
        </p:nvSpPr>
        <p:spPr>
          <a:xfrm>
            <a:off x="3458964" y="3395783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368F5D-000C-FFF8-E5A0-421C085941A5}"/>
              </a:ext>
            </a:extLst>
          </p:cNvPr>
          <p:cNvSpPr txBox="1"/>
          <p:nvPr/>
        </p:nvSpPr>
        <p:spPr>
          <a:xfrm>
            <a:off x="4591657" y="3408117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9B57DD-90E5-3B2D-FCF8-3FE122B64AC7}"/>
              </a:ext>
            </a:extLst>
          </p:cNvPr>
          <p:cNvSpPr txBox="1"/>
          <p:nvPr/>
        </p:nvSpPr>
        <p:spPr>
          <a:xfrm>
            <a:off x="5790708" y="3408117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#3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37644688-AE42-C558-9AF5-1211EADFFBED}"/>
              </a:ext>
            </a:extLst>
          </p:cNvPr>
          <p:cNvGrpSpPr/>
          <p:nvPr/>
        </p:nvGrpSpPr>
        <p:grpSpPr>
          <a:xfrm>
            <a:off x="3538889" y="4364646"/>
            <a:ext cx="1152128" cy="288490"/>
            <a:chOff x="3563888" y="3238551"/>
            <a:chExt cx="1152128" cy="288490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1A1E828-6F52-59BE-8B50-BC5D529BA3FB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FC805DB-E127-3BDC-629D-CF3C047053DA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516A667-B64F-5891-A0EA-3B8A59D3302E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457CD58-6825-BD7C-7ED2-9BE00ACFD825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40C6C7D-E074-B5C2-C726-FCAF0BAE0A67}"/>
              </a:ext>
            </a:extLst>
          </p:cNvPr>
          <p:cNvGrpSpPr/>
          <p:nvPr/>
        </p:nvGrpSpPr>
        <p:grpSpPr>
          <a:xfrm>
            <a:off x="4725830" y="4364646"/>
            <a:ext cx="1152128" cy="288490"/>
            <a:chOff x="3563888" y="3238551"/>
            <a:chExt cx="1152128" cy="288490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D4259A3-3038-2FBF-5855-704F043CDF49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1FCD86F-0A93-C8C4-3F89-7C74A00F51AF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3444987-C529-6C61-C00A-6699873CE7DA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7EB573B-ED8E-FBC6-3DC5-39EAF871ED20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A111E20-BFCE-1259-FD55-3DA2573CDF23}"/>
              </a:ext>
            </a:extLst>
          </p:cNvPr>
          <p:cNvGrpSpPr/>
          <p:nvPr/>
        </p:nvGrpSpPr>
        <p:grpSpPr>
          <a:xfrm>
            <a:off x="5912772" y="4364646"/>
            <a:ext cx="1152128" cy="288490"/>
            <a:chOff x="3563888" y="3238551"/>
            <a:chExt cx="1152128" cy="288490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A69B29D9-22C7-DD67-2F2D-6C13081825B7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8BFEA71-F8C7-C81D-5635-DFDABFE85708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2172C6BA-67D6-ABA5-3277-C9F74C613A0D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CB27B86-F7BE-7E98-B020-D81AB93BDBE7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0993DA49-2A50-893C-1CFF-B217DC7565D9}"/>
              </a:ext>
            </a:extLst>
          </p:cNvPr>
          <p:cNvSpPr txBox="1"/>
          <p:nvPr/>
        </p:nvSpPr>
        <p:spPr>
          <a:xfrm>
            <a:off x="3466881" y="4093642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560FF3-F4E9-1A3E-D8F6-CA9557DC9AF0}"/>
              </a:ext>
            </a:extLst>
          </p:cNvPr>
          <p:cNvSpPr txBox="1"/>
          <p:nvPr/>
        </p:nvSpPr>
        <p:spPr>
          <a:xfrm>
            <a:off x="4599574" y="4105976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A9D260D-CBDF-10F8-5348-6C3BC735F3C0}"/>
              </a:ext>
            </a:extLst>
          </p:cNvPr>
          <p:cNvSpPr txBox="1"/>
          <p:nvPr/>
        </p:nvSpPr>
        <p:spPr>
          <a:xfrm>
            <a:off x="5798625" y="4105976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#768</a:t>
            </a:r>
          </a:p>
        </p:txBody>
      </p:sp>
      <p:sp>
        <p:nvSpPr>
          <p:cNvPr id="95" name="왼쪽 중괄호 94">
            <a:extLst>
              <a:ext uri="{FF2B5EF4-FFF2-40B4-BE49-F238E27FC236}">
                <a16:creationId xmlns:a16="http://schemas.microsoft.com/office/drawing/2014/main" id="{891ADE3F-B177-5480-3E93-2751F4C646EA}"/>
              </a:ext>
            </a:extLst>
          </p:cNvPr>
          <p:cNvSpPr/>
          <p:nvPr/>
        </p:nvSpPr>
        <p:spPr>
          <a:xfrm flipH="1">
            <a:off x="7296100" y="3666786"/>
            <a:ext cx="313465" cy="986349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왼쪽 중괄호 95">
            <a:extLst>
              <a:ext uri="{FF2B5EF4-FFF2-40B4-BE49-F238E27FC236}">
                <a16:creationId xmlns:a16="http://schemas.microsoft.com/office/drawing/2014/main" id="{44F95F00-1095-05DA-EEE0-E466C2AF1850}"/>
              </a:ext>
            </a:extLst>
          </p:cNvPr>
          <p:cNvSpPr/>
          <p:nvPr/>
        </p:nvSpPr>
        <p:spPr>
          <a:xfrm rot="5400000" flipH="1">
            <a:off x="1051011" y="5029433"/>
            <a:ext cx="313465" cy="1577095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22CEDF-BAE2-B628-7772-A9AD9F17E1DB}"/>
              </a:ext>
            </a:extLst>
          </p:cNvPr>
          <p:cNvSpPr txBox="1"/>
          <p:nvPr/>
        </p:nvSpPr>
        <p:spPr>
          <a:xfrm>
            <a:off x="4395068" y="3179179"/>
            <a:ext cx="168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ROIC 12EA , 3072 pixel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BDADE7B-602E-64F1-C2A2-80F3AE32C9AA}"/>
              </a:ext>
            </a:extLst>
          </p:cNvPr>
          <p:cNvCxnSpPr>
            <a:cxnSpLocks/>
            <a:endCxn id="59" idx="3"/>
          </p:cNvCxnSpPr>
          <p:nvPr/>
        </p:nvCxnSpPr>
        <p:spPr>
          <a:xfrm>
            <a:off x="2699792" y="3577198"/>
            <a:ext cx="1119212" cy="233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56D2503-5097-3AB3-ADA7-8FD1AFE27743}"/>
              </a:ext>
            </a:extLst>
          </p:cNvPr>
          <p:cNvCxnSpPr>
            <a:cxnSpLocks/>
          </p:cNvCxnSpPr>
          <p:nvPr/>
        </p:nvCxnSpPr>
        <p:spPr>
          <a:xfrm flipV="1">
            <a:off x="2642122" y="3955277"/>
            <a:ext cx="1759811" cy="33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3C50F9AE-00BA-15CD-234F-FD616103F461}"/>
              </a:ext>
            </a:extLst>
          </p:cNvPr>
          <p:cNvSpPr/>
          <p:nvPr/>
        </p:nvSpPr>
        <p:spPr>
          <a:xfrm>
            <a:off x="3620091" y="3743546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4AE2E68-E33A-CFE1-AC1B-4B149FDFE794}"/>
              </a:ext>
            </a:extLst>
          </p:cNvPr>
          <p:cNvSpPr/>
          <p:nvPr/>
        </p:nvSpPr>
        <p:spPr>
          <a:xfrm>
            <a:off x="3899703" y="3743546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90463726-E751-EDBF-92C3-681673E5AC1C}"/>
              </a:ext>
            </a:extLst>
          </p:cNvPr>
          <p:cNvSpPr/>
          <p:nvPr/>
        </p:nvSpPr>
        <p:spPr>
          <a:xfrm>
            <a:off x="2568267" y="3453422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9571A831-0534-1195-15C4-98E514B84A4C}"/>
              </a:ext>
            </a:extLst>
          </p:cNvPr>
          <p:cNvSpPr/>
          <p:nvPr/>
        </p:nvSpPr>
        <p:spPr>
          <a:xfrm>
            <a:off x="2722844" y="3463800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ACCF83D5-3D71-00D6-E1EA-995DCF7012D0}"/>
              </a:ext>
            </a:extLst>
          </p:cNvPr>
          <p:cNvSpPr/>
          <p:nvPr/>
        </p:nvSpPr>
        <p:spPr>
          <a:xfrm>
            <a:off x="4183878" y="3750434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1937F266-761C-ED44-45CF-490440C7F6E4}"/>
              </a:ext>
            </a:extLst>
          </p:cNvPr>
          <p:cNvSpPr/>
          <p:nvPr/>
        </p:nvSpPr>
        <p:spPr>
          <a:xfrm>
            <a:off x="4501178" y="3757637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2B9848AB-AB1B-6996-7837-E1EEA0E947A2}"/>
              </a:ext>
            </a:extLst>
          </p:cNvPr>
          <p:cNvSpPr/>
          <p:nvPr/>
        </p:nvSpPr>
        <p:spPr>
          <a:xfrm>
            <a:off x="2643628" y="4175441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F1FBF5AA-F9D7-2D1E-567D-FAB2FB6FA57B}"/>
              </a:ext>
            </a:extLst>
          </p:cNvPr>
          <p:cNvSpPr/>
          <p:nvPr/>
        </p:nvSpPr>
        <p:spPr>
          <a:xfrm>
            <a:off x="2828668" y="4172166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94699C0-95BE-4021-C2A2-BAD1729D8C45}"/>
              </a:ext>
            </a:extLst>
          </p:cNvPr>
          <p:cNvSpPr txBox="1"/>
          <p:nvPr/>
        </p:nvSpPr>
        <p:spPr>
          <a:xfrm>
            <a:off x="2824734" y="5573284"/>
            <a:ext cx="5758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</a:rPr>
              <a:t>* GATE IC control </a:t>
            </a:r>
            <a:r>
              <a:rPr lang="ko-KR" altLang="en-US" sz="1600" dirty="0">
                <a:solidFill>
                  <a:srgbClr val="C00000"/>
                </a:solidFill>
              </a:rPr>
              <a:t>에 따라 </a:t>
            </a:r>
            <a:r>
              <a:rPr lang="en-US" altLang="ko-KR" sz="1600" dirty="0">
                <a:solidFill>
                  <a:srgbClr val="C00000"/>
                </a:solidFill>
              </a:rPr>
              <a:t>Data</a:t>
            </a:r>
            <a:r>
              <a:rPr lang="ko-KR" altLang="en-US" sz="1600" dirty="0">
                <a:solidFill>
                  <a:srgbClr val="C00000"/>
                </a:solidFill>
              </a:rPr>
              <a:t> 정렬이 다르게 되어야 함</a:t>
            </a:r>
          </a:p>
        </p:txBody>
      </p:sp>
    </p:spTree>
    <p:extLst>
      <p:ext uri="{BB962C8B-B14F-4D97-AF65-F5344CB8AC3E}">
        <p14:creationId xmlns:p14="http://schemas.microsoft.com/office/powerpoint/2010/main" val="336691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24.03.27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400DD-3A33-C34C-1FFE-47898D8ABFC5}"/>
              </a:ext>
            </a:extLst>
          </p:cNvPr>
          <p:cNvSpPr txBox="1"/>
          <p:nvPr/>
        </p:nvSpPr>
        <p:spPr>
          <a:xfrm>
            <a:off x="422582" y="1461530"/>
            <a:ext cx="83258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. </a:t>
            </a:r>
            <a:r>
              <a:rPr lang="en-US" altLang="ko-KR" sz="1600" dirty="0">
                <a:sym typeface="Wingdings" panose="05000000000000000000" pitchFamily="2" charset="2"/>
              </a:rPr>
              <a:t>1024 x 768 </a:t>
            </a:r>
            <a:r>
              <a:rPr lang="ko-KR" altLang="en-US" sz="1600" dirty="0">
                <a:sym typeface="Wingdings" panose="05000000000000000000" pitchFamily="2" charset="2"/>
              </a:rPr>
              <a:t>을 </a:t>
            </a:r>
            <a:r>
              <a:rPr lang="en-US" altLang="ko-KR" sz="1600" dirty="0">
                <a:sym typeface="Wingdings" panose="05000000000000000000" pitchFamily="2" charset="2"/>
              </a:rPr>
              <a:t>1set </a:t>
            </a:r>
            <a:r>
              <a:rPr lang="ko-KR" altLang="en-US" sz="1600" dirty="0">
                <a:sym typeface="Wingdings" panose="05000000000000000000" pitchFamily="2" charset="2"/>
              </a:rPr>
              <a:t>로 구동</a:t>
            </a:r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en-US" altLang="ko-KR" sz="1600" dirty="0">
                <a:sym typeface="Wingdings" panose="05000000000000000000" pitchFamily="2" charset="2"/>
              </a:rPr>
              <a:t>. Panel </a:t>
            </a:r>
            <a:r>
              <a:rPr lang="ko-KR" altLang="en-US" sz="1600" dirty="0">
                <a:sym typeface="Wingdings" panose="05000000000000000000" pitchFamily="2" charset="2"/>
              </a:rPr>
              <a:t>해상도</a:t>
            </a:r>
            <a:r>
              <a:rPr lang="en-US" altLang="ko-KR" sz="1600" dirty="0">
                <a:sym typeface="Wingdings" panose="05000000000000000000" pitchFamily="2" charset="2"/>
              </a:rPr>
              <a:t>, single/dual readout </a:t>
            </a:r>
            <a:r>
              <a:rPr lang="ko-KR" altLang="en-US" sz="1600" dirty="0">
                <a:sym typeface="Wingdings" panose="05000000000000000000" pitchFamily="2" charset="2"/>
              </a:rPr>
              <a:t>에 따라 </a:t>
            </a:r>
            <a:r>
              <a:rPr lang="en-US" altLang="ko-KR" sz="1600" dirty="0">
                <a:sym typeface="Wingdings" panose="05000000000000000000" pitchFamily="2" charset="2"/>
              </a:rPr>
              <a:t>1 frame data </a:t>
            </a:r>
            <a:r>
              <a:rPr lang="ko-KR" altLang="en-US" sz="1600" dirty="0">
                <a:sym typeface="Wingdings" panose="05000000000000000000" pitchFamily="2" charset="2"/>
              </a:rPr>
              <a:t>정렬 구조 달라짐</a:t>
            </a:r>
            <a:endParaRPr lang="en-US" altLang="ko-KR" sz="1600" dirty="0">
              <a:sym typeface="Wingdings" panose="05000000000000000000" pitchFamily="2" charset="2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E1D02BE-D16F-7A35-C9F2-28BC13953CF6}"/>
              </a:ext>
            </a:extLst>
          </p:cNvPr>
          <p:cNvGrpSpPr/>
          <p:nvPr/>
        </p:nvGrpSpPr>
        <p:grpSpPr>
          <a:xfrm>
            <a:off x="416724" y="4437692"/>
            <a:ext cx="1814978" cy="1654694"/>
            <a:chOff x="264721" y="3357572"/>
            <a:chExt cx="1814978" cy="1654694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09155D5-60EB-6E61-C829-19A11C57DB8E}"/>
                </a:ext>
              </a:extLst>
            </p:cNvPr>
            <p:cNvSpPr/>
            <p:nvPr/>
          </p:nvSpPr>
          <p:spPr>
            <a:xfrm>
              <a:off x="496057" y="3557377"/>
              <a:ext cx="1583642" cy="145488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50CE72-8626-A79A-9060-1979F8AC9592}"/>
                </a:ext>
              </a:extLst>
            </p:cNvPr>
            <p:cNvSpPr txBox="1"/>
            <p:nvPr/>
          </p:nvSpPr>
          <p:spPr>
            <a:xfrm>
              <a:off x="899592" y="3357572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Width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A95882-1BFA-94D5-D681-FEA8D2CB28CF}"/>
                </a:ext>
              </a:extLst>
            </p:cNvPr>
            <p:cNvSpPr txBox="1"/>
            <p:nvPr/>
          </p:nvSpPr>
          <p:spPr>
            <a:xfrm rot="16200000">
              <a:off x="0" y="4147537"/>
              <a:ext cx="744885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Height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F8C74BE-4C48-04B8-6BFC-2F5619E4B450}"/>
              </a:ext>
            </a:extLst>
          </p:cNvPr>
          <p:cNvSpPr txBox="1"/>
          <p:nvPr/>
        </p:nvSpPr>
        <p:spPr>
          <a:xfrm>
            <a:off x="654406" y="4813425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1536</a:t>
            </a:r>
            <a:endParaRPr lang="ko-KR" altLang="en-US" sz="10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9B3E05B-7D74-90EB-94AC-6FA38E1396B7}"/>
              </a:ext>
            </a:extLst>
          </p:cNvPr>
          <p:cNvSpPr/>
          <p:nvPr/>
        </p:nvSpPr>
        <p:spPr>
          <a:xfrm>
            <a:off x="648060" y="6238413"/>
            <a:ext cx="1583642" cy="726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A28220-1D39-0B4D-985A-20953613F655}"/>
              </a:ext>
            </a:extLst>
          </p:cNvPr>
          <p:cNvSpPr txBox="1"/>
          <p:nvPr/>
        </p:nvSpPr>
        <p:spPr>
          <a:xfrm>
            <a:off x="2144916" y="6165884"/>
            <a:ext cx="4493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 line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D49B781-4193-7313-90E8-D524D694D87E}"/>
              </a:ext>
            </a:extLst>
          </p:cNvPr>
          <p:cNvGrpSpPr/>
          <p:nvPr/>
        </p:nvGrpSpPr>
        <p:grpSpPr>
          <a:xfrm>
            <a:off x="2633718" y="4935798"/>
            <a:ext cx="115536" cy="1046032"/>
            <a:chOff x="2396506" y="3783090"/>
            <a:chExt cx="115536" cy="1046032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37F46FE-8FE7-242A-2F49-08EBE0F68735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B0B112C-3C61-86E2-7971-6C8B05B30DB9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9C926FCE-6B5B-79F1-5649-1817C18D7A9F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14FD9EDA-258F-06C9-01CB-E7D2645A096B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9DD453B-4AF6-421B-AEFC-1122953E8E55}"/>
              </a:ext>
            </a:extLst>
          </p:cNvPr>
          <p:cNvGrpSpPr/>
          <p:nvPr/>
        </p:nvGrpSpPr>
        <p:grpSpPr>
          <a:xfrm>
            <a:off x="2504630" y="4935798"/>
            <a:ext cx="115536" cy="1046032"/>
            <a:chOff x="2396506" y="3783090"/>
            <a:chExt cx="115536" cy="1046032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A69D2A0-6F23-5213-9179-5ED66DBBB2ED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24B0D9F-7FE1-8B64-40D2-C35C8FDFCD80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CD8749F-B4DC-E63A-03E3-FB3870286EC4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CE5C87D-8BF3-C79C-090B-4E9214C0F612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B3AD608-E53A-496A-5294-2143496D36E6}"/>
              </a:ext>
            </a:extLst>
          </p:cNvPr>
          <p:cNvGrpSpPr/>
          <p:nvPr/>
        </p:nvGrpSpPr>
        <p:grpSpPr>
          <a:xfrm>
            <a:off x="2288932" y="4935797"/>
            <a:ext cx="115536" cy="1046032"/>
            <a:chOff x="2396506" y="3783090"/>
            <a:chExt cx="115536" cy="1046032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8FD6403-A720-13DA-17A2-4FFB149D2580}"/>
                </a:ext>
              </a:extLst>
            </p:cNvPr>
            <p:cNvSpPr/>
            <p:nvPr/>
          </p:nvSpPr>
          <p:spPr>
            <a:xfrm rot="5400000">
              <a:off x="2403469" y="377850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8769D2F7-9DF4-C47B-EF70-7B4D1C687909}"/>
                </a:ext>
              </a:extLst>
            </p:cNvPr>
            <p:cNvSpPr/>
            <p:nvPr/>
          </p:nvSpPr>
          <p:spPr>
            <a:xfrm rot="5400000">
              <a:off x="2402803" y="409441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78429AE-40F5-8357-6D0F-8F2722FCCE1B}"/>
                </a:ext>
              </a:extLst>
            </p:cNvPr>
            <p:cNvSpPr/>
            <p:nvPr/>
          </p:nvSpPr>
          <p:spPr>
            <a:xfrm rot="5400000">
              <a:off x="2401754" y="4404638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6B1F923D-AA90-3C97-F63F-143BC0F30C17}"/>
                </a:ext>
              </a:extLst>
            </p:cNvPr>
            <p:cNvSpPr/>
            <p:nvPr/>
          </p:nvSpPr>
          <p:spPr>
            <a:xfrm rot="5400000">
              <a:off x="2401088" y="4720549"/>
              <a:ext cx="103991" cy="11315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D06EA23-1839-33F9-1C49-EF95C0603E6D}"/>
              </a:ext>
            </a:extLst>
          </p:cNvPr>
          <p:cNvSpPr txBox="1"/>
          <p:nvPr/>
        </p:nvSpPr>
        <p:spPr>
          <a:xfrm>
            <a:off x="2604765" y="4875145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7926AD-7960-26D4-F6DD-BB46D6BD61F6}"/>
              </a:ext>
            </a:extLst>
          </p:cNvPr>
          <p:cNvSpPr txBox="1"/>
          <p:nvPr/>
        </p:nvSpPr>
        <p:spPr>
          <a:xfrm>
            <a:off x="2604765" y="5191754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7FE07F-DFF6-F0C0-7C5A-352E89893C20}"/>
              </a:ext>
            </a:extLst>
          </p:cNvPr>
          <p:cNvSpPr txBox="1"/>
          <p:nvPr/>
        </p:nvSpPr>
        <p:spPr>
          <a:xfrm>
            <a:off x="2606420" y="5507582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9F8709-116A-1990-EB34-0678BEB7705C}"/>
              </a:ext>
            </a:extLst>
          </p:cNvPr>
          <p:cNvSpPr txBox="1"/>
          <p:nvPr/>
        </p:nvSpPr>
        <p:spPr>
          <a:xfrm>
            <a:off x="2604061" y="5817647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F4BB75-7C92-B747-CD20-6D01DB8E6241}"/>
              </a:ext>
            </a:extLst>
          </p:cNvPr>
          <p:cNvSpPr txBox="1"/>
          <p:nvPr/>
        </p:nvSpPr>
        <p:spPr>
          <a:xfrm>
            <a:off x="2470272" y="4879264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C64B60-A0CE-F5E5-25BC-BA085FB54542}"/>
              </a:ext>
            </a:extLst>
          </p:cNvPr>
          <p:cNvSpPr txBox="1"/>
          <p:nvPr/>
        </p:nvSpPr>
        <p:spPr>
          <a:xfrm>
            <a:off x="2470272" y="5195873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6BB49D-38FD-097C-2517-62F8A454EDD4}"/>
              </a:ext>
            </a:extLst>
          </p:cNvPr>
          <p:cNvSpPr txBox="1"/>
          <p:nvPr/>
        </p:nvSpPr>
        <p:spPr>
          <a:xfrm>
            <a:off x="2471927" y="5511701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6285373-898F-9227-F5DB-489A28A42347}"/>
              </a:ext>
            </a:extLst>
          </p:cNvPr>
          <p:cNvSpPr txBox="1"/>
          <p:nvPr/>
        </p:nvSpPr>
        <p:spPr>
          <a:xfrm>
            <a:off x="2469568" y="5821766"/>
            <a:ext cx="1753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6F0B5D-4515-3539-E399-71E457B046B6}"/>
              </a:ext>
            </a:extLst>
          </p:cNvPr>
          <p:cNvSpPr txBox="1"/>
          <p:nvPr/>
        </p:nvSpPr>
        <p:spPr>
          <a:xfrm>
            <a:off x="2155149" y="4874502"/>
            <a:ext cx="3681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4979B4-D847-752D-A0C7-856D4720DEBF}"/>
              </a:ext>
            </a:extLst>
          </p:cNvPr>
          <p:cNvSpPr txBox="1"/>
          <p:nvPr/>
        </p:nvSpPr>
        <p:spPr>
          <a:xfrm>
            <a:off x="2132398" y="5191111"/>
            <a:ext cx="411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60B0CE1-A46D-D7E4-D114-C303B0EA9633}"/>
              </a:ext>
            </a:extLst>
          </p:cNvPr>
          <p:cNvSpPr txBox="1"/>
          <p:nvPr/>
        </p:nvSpPr>
        <p:spPr>
          <a:xfrm>
            <a:off x="2104144" y="5506939"/>
            <a:ext cx="4863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207545-B772-6E9B-1E9C-CB4559D7A10E}"/>
              </a:ext>
            </a:extLst>
          </p:cNvPr>
          <p:cNvSpPr txBox="1"/>
          <p:nvPr/>
        </p:nvSpPr>
        <p:spPr>
          <a:xfrm>
            <a:off x="2118371" y="5817004"/>
            <a:ext cx="46452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F99DC3-5934-9A52-64AE-1452872B54C6}"/>
              </a:ext>
            </a:extLst>
          </p:cNvPr>
          <p:cNvSpPr txBox="1"/>
          <p:nvPr/>
        </p:nvSpPr>
        <p:spPr>
          <a:xfrm>
            <a:off x="7596336" y="5584868"/>
            <a:ext cx="12241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256 gate</a:t>
            </a:r>
            <a:r>
              <a:rPr lang="ko-KR" altLang="en-US" sz="800" dirty="0">
                <a:latin typeface="+mn-ea"/>
              </a:rPr>
              <a:t> </a:t>
            </a:r>
            <a:r>
              <a:rPr lang="en-US" altLang="ko-KR" sz="800" dirty="0">
                <a:latin typeface="+mn-ea"/>
              </a:rPr>
              <a:t>line</a:t>
            </a:r>
          </a:p>
          <a:p>
            <a:pPr algn="ctr"/>
            <a:r>
              <a:rPr lang="en-US" altLang="ko-KR" sz="800" dirty="0">
                <a:latin typeface="+mn-ea"/>
              </a:rPr>
              <a:t>CSI2 1 Frame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0B65669-460C-89F7-3F6F-F282B6D58A8A}"/>
              </a:ext>
            </a:extLst>
          </p:cNvPr>
          <p:cNvCxnSpPr>
            <a:cxnSpLocks/>
          </p:cNvCxnSpPr>
          <p:nvPr/>
        </p:nvCxnSpPr>
        <p:spPr>
          <a:xfrm>
            <a:off x="606040" y="5406555"/>
            <a:ext cx="17667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0904C80-8FCC-9D21-1C32-F8F5C6B95A8F}"/>
              </a:ext>
            </a:extLst>
          </p:cNvPr>
          <p:cNvSpPr txBox="1"/>
          <p:nvPr/>
        </p:nvSpPr>
        <p:spPr>
          <a:xfrm>
            <a:off x="682408" y="5562705"/>
            <a:ext cx="15332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 : 3072 (256 x 12)</a:t>
            </a:r>
          </a:p>
          <a:p>
            <a:r>
              <a:rPr lang="en-US" altLang="ko-KR" sz="1000" dirty="0"/>
              <a:t>H  : 1536</a:t>
            </a:r>
            <a:endParaRPr lang="ko-KR" altLang="en-US" sz="100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ADAA9CEF-5D77-2C36-D2CC-BE28B0C41015}"/>
              </a:ext>
            </a:extLst>
          </p:cNvPr>
          <p:cNvGrpSpPr/>
          <p:nvPr/>
        </p:nvGrpSpPr>
        <p:grpSpPr>
          <a:xfrm>
            <a:off x="3768184" y="5179535"/>
            <a:ext cx="1152128" cy="288490"/>
            <a:chOff x="3563888" y="3238551"/>
            <a:chExt cx="1152128" cy="288490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776AB26D-AB97-3B23-5EA1-1EADCF9A9B62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D69BF6A-880C-2761-D7BC-BD391264655D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CD79C45-47AB-2014-B02E-18284F746BD3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2498865-3F49-8E4C-D63C-DBE9155A20FA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3D10162-FB7A-5009-8856-A27921A98E76}"/>
              </a:ext>
            </a:extLst>
          </p:cNvPr>
          <p:cNvGrpSpPr/>
          <p:nvPr/>
        </p:nvGrpSpPr>
        <p:grpSpPr>
          <a:xfrm>
            <a:off x="4955125" y="5179535"/>
            <a:ext cx="1152128" cy="288490"/>
            <a:chOff x="3563888" y="3238551"/>
            <a:chExt cx="1152128" cy="288490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1644E7B-FE2C-A0F6-5E60-F7DBFE514864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4C3F1232-AD18-B6F7-EC0D-E4530CD14665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B5AA4D-049E-EB4A-147C-9AEAFFC19C49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BCF7F639-D4E7-CB0D-EFCB-7F009173DCF7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19BE236-609A-0958-8E07-5995A7E2229E}"/>
              </a:ext>
            </a:extLst>
          </p:cNvPr>
          <p:cNvGrpSpPr/>
          <p:nvPr/>
        </p:nvGrpSpPr>
        <p:grpSpPr>
          <a:xfrm>
            <a:off x="6142067" y="5179535"/>
            <a:ext cx="1152128" cy="288490"/>
            <a:chOff x="3563888" y="3238551"/>
            <a:chExt cx="1152128" cy="288490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9463D977-6128-987F-1431-B54487F5B60B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3A30B9B9-803F-EF6C-6A8E-3B4206D93D2A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F34C551-A2D2-065E-4B3F-756C4EAA317A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C6F6B533-8CE8-8038-463D-7943D3DBEFC4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D3758EA8-AD00-1F3A-FE63-AFAE649374F6}"/>
              </a:ext>
            </a:extLst>
          </p:cNvPr>
          <p:cNvSpPr txBox="1"/>
          <p:nvPr/>
        </p:nvSpPr>
        <p:spPr>
          <a:xfrm>
            <a:off x="3696176" y="4908531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8368F5D-000C-FFF8-E5A0-421C085941A5}"/>
              </a:ext>
            </a:extLst>
          </p:cNvPr>
          <p:cNvSpPr txBox="1"/>
          <p:nvPr/>
        </p:nvSpPr>
        <p:spPr>
          <a:xfrm>
            <a:off x="4828869" y="4920865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9B57DD-90E5-3B2D-FCF8-3FE122B64AC7}"/>
              </a:ext>
            </a:extLst>
          </p:cNvPr>
          <p:cNvSpPr txBox="1"/>
          <p:nvPr/>
        </p:nvSpPr>
        <p:spPr>
          <a:xfrm>
            <a:off x="6027920" y="4920865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#3</a:t>
            </a: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37644688-AE42-C558-9AF5-1211EADFFBED}"/>
              </a:ext>
            </a:extLst>
          </p:cNvPr>
          <p:cNvGrpSpPr/>
          <p:nvPr/>
        </p:nvGrpSpPr>
        <p:grpSpPr>
          <a:xfrm>
            <a:off x="3776101" y="5877394"/>
            <a:ext cx="1152128" cy="288490"/>
            <a:chOff x="3563888" y="3238551"/>
            <a:chExt cx="1152128" cy="288490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1A1E828-6F52-59BE-8B50-BC5D529BA3FB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FC805DB-E127-3BDC-629D-CF3C047053DA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8516A667-B64F-5891-A0EA-3B8A59D3302E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457CD58-6825-BD7C-7ED2-9BE00ACFD825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40C6C7D-E074-B5C2-C726-FCAF0BAE0A67}"/>
              </a:ext>
            </a:extLst>
          </p:cNvPr>
          <p:cNvGrpSpPr/>
          <p:nvPr/>
        </p:nvGrpSpPr>
        <p:grpSpPr>
          <a:xfrm>
            <a:off x="4963042" y="5877394"/>
            <a:ext cx="1152128" cy="288490"/>
            <a:chOff x="3563888" y="3238551"/>
            <a:chExt cx="1152128" cy="288490"/>
          </a:xfrm>
        </p:grpSpPr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ED4259A3-3038-2FBF-5855-704F043CDF49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1FCD86F-0A93-C8C4-3F89-7C74A00F51AF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3444987-C529-6C61-C00A-6699873CE7DA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7EB573B-ED8E-FBC6-3DC5-39EAF871ED20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5A111E20-BFCE-1259-FD55-3DA2573CDF23}"/>
              </a:ext>
            </a:extLst>
          </p:cNvPr>
          <p:cNvGrpSpPr/>
          <p:nvPr/>
        </p:nvGrpSpPr>
        <p:grpSpPr>
          <a:xfrm>
            <a:off x="6149984" y="5877394"/>
            <a:ext cx="1152128" cy="288490"/>
            <a:chOff x="3563888" y="3238551"/>
            <a:chExt cx="1152128" cy="288490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A69B29D9-22C7-DD67-2F2D-6C13081825B7}"/>
                </a:ext>
              </a:extLst>
            </p:cNvPr>
            <p:cNvSpPr/>
            <p:nvPr/>
          </p:nvSpPr>
          <p:spPr>
            <a:xfrm>
              <a:off x="3563888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8BFEA71-F8C7-C81D-5635-DFDABFE85708}"/>
                </a:ext>
              </a:extLst>
            </p:cNvPr>
            <p:cNvSpPr/>
            <p:nvPr/>
          </p:nvSpPr>
          <p:spPr>
            <a:xfrm>
              <a:off x="3851920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2172C6BA-67D6-ABA5-3277-C9F74C613A0D}"/>
                </a:ext>
              </a:extLst>
            </p:cNvPr>
            <p:cNvSpPr/>
            <p:nvPr/>
          </p:nvSpPr>
          <p:spPr>
            <a:xfrm>
              <a:off x="4139952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6CB27B86-F7BE-7E98-B020-D81AB93BDBE7}"/>
                </a:ext>
              </a:extLst>
            </p:cNvPr>
            <p:cNvSpPr/>
            <p:nvPr/>
          </p:nvSpPr>
          <p:spPr>
            <a:xfrm>
              <a:off x="4427984" y="3238551"/>
              <a:ext cx="288032" cy="2884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0993DA49-2A50-893C-1CFF-B217DC7565D9}"/>
              </a:ext>
            </a:extLst>
          </p:cNvPr>
          <p:cNvSpPr txBox="1"/>
          <p:nvPr/>
        </p:nvSpPr>
        <p:spPr>
          <a:xfrm>
            <a:off x="3704093" y="5606390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#765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560FF3-F4E9-1A3E-D8F6-CA9557DC9AF0}"/>
              </a:ext>
            </a:extLst>
          </p:cNvPr>
          <p:cNvSpPr txBox="1"/>
          <p:nvPr/>
        </p:nvSpPr>
        <p:spPr>
          <a:xfrm>
            <a:off x="4836786" y="5618724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A9D260D-CBDF-10F8-5348-6C3BC735F3C0}"/>
              </a:ext>
            </a:extLst>
          </p:cNvPr>
          <p:cNvSpPr txBox="1"/>
          <p:nvPr/>
        </p:nvSpPr>
        <p:spPr>
          <a:xfrm>
            <a:off x="6035837" y="5618724"/>
            <a:ext cx="12241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Line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#768</a:t>
            </a:r>
          </a:p>
        </p:txBody>
      </p:sp>
      <p:sp>
        <p:nvSpPr>
          <p:cNvPr id="95" name="왼쪽 중괄호 94">
            <a:extLst>
              <a:ext uri="{FF2B5EF4-FFF2-40B4-BE49-F238E27FC236}">
                <a16:creationId xmlns:a16="http://schemas.microsoft.com/office/drawing/2014/main" id="{891ADE3F-B177-5480-3E93-2751F4C646EA}"/>
              </a:ext>
            </a:extLst>
          </p:cNvPr>
          <p:cNvSpPr/>
          <p:nvPr/>
        </p:nvSpPr>
        <p:spPr>
          <a:xfrm flipH="1">
            <a:off x="7533312" y="5179534"/>
            <a:ext cx="313465" cy="986349"/>
          </a:xfrm>
          <a:prstGeom prst="leftBrace">
            <a:avLst>
              <a:gd name="adj1" fmla="val 8333"/>
              <a:gd name="adj2" fmla="val 504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222CEDF-BAE2-B628-7772-A9AD9F17E1DB}"/>
              </a:ext>
            </a:extLst>
          </p:cNvPr>
          <p:cNvSpPr txBox="1"/>
          <p:nvPr/>
        </p:nvSpPr>
        <p:spPr>
          <a:xfrm>
            <a:off x="4632280" y="4691927"/>
            <a:ext cx="1689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latin typeface="+mn-ea"/>
              </a:rPr>
              <a:t>ROIC 12EA , 3072 pixel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2BDADE7B-602E-64F1-C2A2-80F3AE32C9AA}"/>
              </a:ext>
            </a:extLst>
          </p:cNvPr>
          <p:cNvCxnSpPr>
            <a:cxnSpLocks/>
            <a:endCxn id="59" idx="3"/>
          </p:cNvCxnSpPr>
          <p:nvPr/>
        </p:nvCxnSpPr>
        <p:spPr>
          <a:xfrm>
            <a:off x="2937004" y="5089946"/>
            <a:ext cx="1119212" cy="233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56D2503-5097-3AB3-ADA7-8FD1AFE27743}"/>
              </a:ext>
            </a:extLst>
          </p:cNvPr>
          <p:cNvCxnSpPr>
            <a:cxnSpLocks/>
          </p:cNvCxnSpPr>
          <p:nvPr/>
        </p:nvCxnSpPr>
        <p:spPr>
          <a:xfrm flipV="1">
            <a:off x="2879334" y="5468025"/>
            <a:ext cx="1759811" cy="33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>
            <a:extLst>
              <a:ext uri="{FF2B5EF4-FFF2-40B4-BE49-F238E27FC236}">
                <a16:creationId xmlns:a16="http://schemas.microsoft.com/office/drawing/2014/main" id="{3C50F9AE-00BA-15CD-234F-FD616103F461}"/>
              </a:ext>
            </a:extLst>
          </p:cNvPr>
          <p:cNvSpPr/>
          <p:nvPr/>
        </p:nvSpPr>
        <p:spPr>
          <a:xfrm>
            <a:off x="3857303" y="5256294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44AE2E68-E33A-CFE1-AC1B-4B149FDFE794}"/>
              </a:ext>
            </a:extLst>
          </p:cNvPr>
          <p:cNvSpPr/>
          <p:nvPr/>
        </p:nvSpPr>
        <p:spPr>
          <a:xfrm>
            <a:off x="4136915" y="5256294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90463726-E751-EDBF-92C3-681673E5AC1C}"/>
              </a:ext>
            </a:extLst>
          </p:cNvPr>
          <p:cNvSpPr/>
          <p:nvPr/>
        </p:nvSpPr>
        <p:spPr>
          <a:xfrm>
            <a:off x="2805479" y="4966170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9571A831-0534-1195-15C4-98E514B84A4C}"/>
              </a:ext>
            </a:extLst>
          </p:cNvPr>
          <p:cNvSpPr/>
          <p:nvPr/>
        </p:nvSpPr>
        <p:spPr>
          <a:xfrm>
            <a:off x="2960056" y="4976548"/>
            <a:ext cx="131812" cy="144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ACCF83D5-3D71-00D6-E1EA-995DCF7012D0}"/>
              </a:ext>
            </a:extLst>
          </p:cNvPr>
          <p:cNvSpPr/>
          <p:nvPr/>
        </p:nvSpPr>
        <p:spPr>
          <a:xfrm>
            <a:off x="4421090" y="5263182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1937F266-761C-ED44-45CF-490440C7F6E4}"/>
              </a:ext>
            </a:extLst>
          </p:cNvPr>
          <p:cNvSpPr/>
          <p:nvPr/>
        </p:nvSpPr>
        <p:spPr>
          <a:xfrm>
            <a:off x="4738390" y="5270385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2B9848AB-AB1B-6996-7837-E1EEA0E947A2}"/>
              </a:ext>
            </a:extLst>
          </p:cNvPr>
          <p:cNvSpPr/>
          <p:nvPr/>
        </p:nvSpPr>
        <p:spPr>
          <a:xfrm>
            <a:off x="2880840" y="5688189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F1FBF5AA-F9D7-2D1E-567D-FAB2FB6FA57B}"/>
              </a:ext>
            </a:extLst>
          </p:cNvPr>
          <p:cNvSpPr/>
          <p:nvPr/>
        </p:nvSpPr>
        <p:spPr>
          <a:xfrm>
            <a:off x="3065880" y="5684914"/>
            <a:ext cx="131812" cy="144016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94699C0-95BE-4021-C2A2-BAD1729D8C45}"/>
              </a:ext>
            </a:extLst>
          </p:cNvPr>
          <p:cNvSpPr txBox="1"/>
          <p:nvPr/>
        </p:nvSpPr>
        <p:spPr>
          <a:xfrm>
            <a:off x="394956" y="867593"/>
            <a:ext cx="57585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C00000"/>
                </a:solidFill>
              </a:rPr>
              <a:t>* GATE IC control </a:t>
            </a:r>
            <a:r>
              <a:rPr lang="ko-KR" altLang="en-US" sz="1600" dirty="0">
                <a:solidFill>
                  <a:srgbClr val="C00000"/>
                </a:solidFill>
              </a:rPr>
              <a:t>에 따라 </a:t>
            </a:r>
            <a:r>
              <a:rPr lang="en-US" altLang="ko-KR" sz="1600" dirty="0">
                <a:solidFill>
                  <a:srgbClr val="C00000"/>
                </a:solidFill>
              </a:rPr>
              <a:t>Data</a:t>
            </a:r>
            <a:r>
              <a:rPr lang="ko-KR" altLang="en-US" sz="1600" dirty="0">
                <a:solidFill>
                  <a:srgbClr val="C00000"/>
                </a:solidFill>
              </a:rPr>
              <a:t> 정렬이 다르게 되어야 함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88553B7D-E4EC-2AC8-82E0-E6D76748DEC9}"/>
              </a:ext>
            </a:extLst>
          </p:cNvPr>
          <p:cNvGrpSpPr/>
          <p:nvPr/>
        </p:nvGrpSpPr>
        <p:grpSpPr>
          <a:xfrm>
            <a:off x="578656" y="2305596"/>
            <a:ext cx="1401056" cy="1644575"/>
            <a:chOff x="578656" y="2484485"/>
            <a:chExt cx="1401056" cy="1644575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3BA14FC9-BD04-F683-6491-A6FB40B05779}"/>
                </a:ext>
              </a:extLst>
            </p:cNvPr>
            <p:cNvSpPr/>
            <p:nvPr/>
          </p:nvSpPr>
          <p:spPr>
            <a:xfrm>
              <a:off x="632168" y="2739570"/>
              <a:ext cx="1008692" cy="1012292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62C30B3-9AD1-EB5B-C047-363D83F57B66}"/>
                </a:ext>
              </a:extLst>
            </p:cNvPr>
            <p:cNvSpPr txBox="1"/>
            <p:nvPr/>
          </p:nvSpPr>
          <p:spPr>
            <a:xfrm>
              <a:off x="606040" y="2484485"/>
              <a:ext cx="100869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Single readout</a:t>
              </a:r>
            </a:p>
          </p:txBody>
        </p: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2C22DCF5-6EB1-C63D-7A75-2A0BBA349CFC}"/>
                </a:ext>
              </a:extLst>
            </p:cNvPr>
            <p:cNvCxnSpPr/>
            <p:nvPr/>
          </p:nvCxnSpPr>
          <p:spPr>
            <a:xfrm>
              <a:off x="1835696" y="2739570"/>
              <a:ext cx="0" cy="1012292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3097E6CB-89D6-5F37-6DD5-B529A9386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9712" y="2708920"/>
              <a:ext cx="0" cy="1012292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화살표 연결선 114">
              <a:extLst>
                <a:ext uri="{FF2B5EF4-FFF2-40B4-BE49-F238E27FC236}">
                  <a16:creationId xmlns:a16="http://schemas.microsoft.com/office/drawing/2014/main" id="{79624FC6-AB63-500B-E653-34D8893E5149}"/>
                </a:ext>
              </a:extLst>
            </p:cNvPr>
            <p:cNvCxnSpPr/>
            <p:nvPr/>
          </p:nvCxnSpPr>
          <p:spPr>
            <a:xfrm>
              <a:off x="682408" y="3861048"/>
              <a:ext cx="13310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475EF220-8ABA-BDFC-8175-14207384EDF0}"/>
                </a:ext>
              </a:extLst>
            </p:cNvPr>
            <p:cNvCxnSpPr>
              <a:cxnSpLocks/>
            </p:cNvCxnSpPr>
            <p:nvPr/>
          </p:nvCxnSpPr>
          <p:spPr>
            <a:xfrm>
              <a:off x="715318" y="4026148"/>
              <a:ext cx="13310" cy="0"/>
            </a:xfrm>
            <a:prstGeom prst="straightConnector1">
              <a:avLst/>
            </a:prstGeom>
            <a:ln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C63DE539-2ADD-69DC-10E4-FD334CEDD2B9}"/>
                </a:ext>
              </a:extLst>
            </p:cNvPr>
            <p:cNvSpPr txBox="1"/>
            <p:nvPr/>
          </p:nvSpPr>
          <p:spPr>
            <a:xfrm>
              <a:off x="578656" y="3744818"/>
              <a:ext cx="64801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start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0A46D75-AAE4-59E5-14DF-BAF2EFDA1F08}"/>
                </a:ext>
              </a:extLst>
            </p:cNvPr>
            <p:cNvSpPr txBox="1"/>
            <p:nvPr/>
          </p:nvSpPr>
          <p:spPr>
            <a:xfrm>
              <a:off x="578656" y="3913616"/>
              <a:ext cx="64801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800" dirty="0">
                  <a:latin typeface="+mn-ea"/>
                </a:rPr>
                <a:t>end</a:t>
              </a:r>
            </a:p>
          </p:txBody>
        </p: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71090E9-2302-4CC6-2033-993AFAABC13E}"/>
              </a:ext>
            </a:extLst>
          </p:cNvPr>
          <p:cNvSpPr/>
          <p:nvPr/>
        </p:nvSpPr>
        <p:spPr>
          <a:xfrm>
            <a:off x="2499307" y="2552024"/>
            <a:ext cx="1008692" cy="10122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527AA88-4E1E-185E-E4DF-079E37146FC6}"/>
              </a:ext>
            </a:extLst>
          </p:cNvPr>
          <p:cNvSpPr txBox="1"/>
          <p:nvPr/>
        </p:nvSpPr>
        <p:spPr>
          <a:xfrm>
            <a:off x="2473179" y="2296939"/>
            <a:ext cx="10086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Dual readout</a:t>
            </a: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397CE87-0BD6-DDA8-A2DF-FFBD0EC6BBC4}"/>
              </a:ext>
            </a:extLst>
          </p:cNvPr>
          <p:cNvCxnSpPr>
            <a:cxnSpLocks/>
          </p:cNvCxnSpPr>
          <p:nvPr/>
        </p:nvCxnSpPr>
        <p:spPr>
          <a:xfrm>
            <a:off x="3696176" y="3108291"/>
            <a:ext cx="6659" cy="45822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20503505-A522-44F3-CA71-CB302EC28D81}"/>
              </a:ext>
            </a:extLst>
          </p:cNvPr>
          <p:cNvCxnSpPr>
            <a:cxnSpLocks/>
          </p:cNvCxnSpPr>
          <p:nvPr/>
        </p:nvCxnSpPr>
        <p:spPr>
          <a:xfrm flipV="1">
            <a:off x="3696176" y="2560681"/>
            <a:ext cx="0" cy="457848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4DF8A759-0092-3B2F-CF36-86A4EE73B586}"/>
              </a:ext>
            </a:extLst>
          </p:cNvPr>
          <p:cNvCxnSpPr/>
          <p:nvPr/>
        </p:nvCxnSpPr>
        <p:spPr>
          <a:xfrm>
            <a:off x="2549547" y="3673502"/>
            <a:ext cx="1331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0111C317-C57E-CBEF-8FF0-D7DE80A78914}"/>
              </a:ext>
            </a:extLst>
          </p:cNvPr>
          <p:cNvCxnSpPr>
            <a:cxnSpLocks/>
          </p:cNvCxnSpPr>
          <p:nvPr/>
        </p:nvCxnSpPr>
        <p:spPr>
          <a:xfrm>
            <a:off x="2582457" y="3838602"/>
            <a:ext cx="13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9AB218B-81B8-F440-7C34-78490ACA6283}"/>
              </a:ext>
            </a:extLst>
          </p:cNvPr>
          <p:cNvSpPr txBox="1"/>
          <p:nvPr/>
        </p:nvSpPr>
        <p:spPr>
          <a:xfrm>
            <a:off x="2445795" y="3557272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start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EAC3D05-57AC-CEB6-A850-169755E52A75}"/>
              </a:ext>
            </a:extLst>
          </p:cNvPr>
          <p:cNvSpPr txBox="1"/>
          <p:nvPr/>
        </p:nvSpPr>
        <p:spPr>
          <a:xfrm>
            <a:off x="2419053" y="3904489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1set</a:t>
            </a: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F01FBF29-1FD3-6C61-D9C2-8AC311695742}"/>
              </a:ext>
            </a:extLst>
          </p:cNvPr>
          <p:cNvCxnSpPr>
            <a:stCxn id="122" idx="1"/>
            <a:endCxn id="122" idx="3"/>
          </p:cNvCxnSpPr>
          <p:nvPr/>
        </p:nvCxnSpPr>
        <p:spPr>
          <a:xfrm>
            <a:off x="2499307" y="3058170"/>
            <a:ext cx="100869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C4F82E54-919D-276D-6E73-98891374B0EB}"/>
              </a:ext>
            </a:extLst>
          </p:cNvPr>
          <p:cNvSpPr/>
          <p:nvPr/>
        </p:nvSpPr>
        <p:spPr>
          <a:xfrm>
            <a:off x="4121456" y="2552024"/>
            <a:ext cx="1008692" cy="10122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1EA9563-7396-4759-C5F4-41DF0FCE5383}"/>
              </a:ext>
            </a:extLst>
          </p:cNvPr>
          <p:cNvSpPr txBox="1"/>
          <p:nvPr/>
        </p:nvSpPr>
        <p:spPr>
          <a:xfrm>
            <a:off x="4095328" y="2296939"/>
            <a:ext cx="10086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Dual readout</a:t>
            </a:r>
          </a:p>
        </p:txBody>
      </p:sp>
      <p:cxnSp>
        <p:nvCxnSpPr>
          <p:cNvPr id="137" name="직선 화살표 연결선 136">
            <a:extLst>
              <a:ext uri="{FF2B5EF4-FFF2-40B4-BE49-F238E27FC236}">
                <a16:creationId xmlns:a16="http://schemas.microsoft.com/office/drawing/2014/main" id="{2D80DAD1-29CA-9864-76E9-2EA34B233CCB}"/>
              </a:ext>
            </a:extLst>
          </p:cNvPr>
          <p:cNvCxnSpPr>
            <a:cxnSpLocks/>
          </p:cNvCxnSpPr>
          <p:nvPr/>
        </p:nvCxnSpPr>
        <p:spPr>
          <a:xfrm>
            <a:off x="5292080" y="3108291"/>
            <a:ext cx="6659" cy="458221"/>
          </a:xfrm>
          <a:prstGeom prst="straightConnector1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4446B9FA-040A-30EE-F913-3C5E8540D40E}"/>
              </a:ext>
            </a:extLst>
          </p:cNvPr>
          <p:cNvCxnSpPr>
            <a:cxnSpLocks/>
          </p:cNvCxnSpPr>
          <p:nvPr/>
        </p:nvCxnSpPr>
        <p:spPr>
          <a:xfrm flipV="1">
            <a:off x="5292080" y="2560681"/>
            <a:ext cx="0" cy="457848"/>
          </a:xfrm>
          <a:prstGeom prst="straightConnector1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AB6D2BFC-5B5A-3B5C-85E9-D9E1ABB6EB13}"/>
              </a:ext>
            </a:extLst>
          </p:cNvPr>
          <p:cNvCxnSpPr/>
          <p:nvPr/>
        </p:nvCxnSpPr>
        <p:spPr>
          <a:xfrm>
            <a:off x="4171696" y="3673502"/>
            <a:ext cx="1331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285F7161-6547-5E78-3EED-E109936E63E3}"/>
              </a:ext>
            </a:extLst>
          </p:cNvPr>
          <p:cNvCxnSpPr>
            <a:cxnSpLocks/>
          </p:cNvCxnSpPr>
          <p:nvPr/>
        </p:nvCxnSpPr>
        <p:spPr>
          <a:xfrm>
            <a:off x="4204606" y="3838602"/>
            <a:ext cx="13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51F80612-6D14-3BE7-50D5-9DCF4485054D}"/>
              </a:ext>
            </a:extLst>
          </p:cNvPr>
          <p:cNvSpPr txBox="1"/>
          <p:nvPr/>
        </p:nvSpPr>
        <p:spPr>
          <a:xfrm>
            <a:off x="4067944" y="3557272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start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DBDF8E8-3DBD-74F2-E6F3-01A3ADE5AEF3}"/>
              </a:ext>
            </a:extLst>
          </p:cNvPr>
          <p:cNvSpPr txBox="1"/>
          <p:nvPr/>
        </p:nvSpPr>
        <p:spPr>
          <a:xfrm>
            <a:off x="4067944" y="3726070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end</a:t>
            </a: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A38E5103-C8BC-0150-3B57-1713D16A3B19}"/>
              </a:ext>
            </a:extLst>
          </p:cNvPr>
          <p:cNvCxnSpPr>
            <a:stCxn id="135" idx="1"/>
            <a:endCxn id="135" idx="3"/>
          </p:cNvCxnSpPr>
          <p:nvPr/>
        </p:nvCxnSpPr>
        <p:spPr>
          <a:xfrm>
            <a:off x="4121456" y="3058170"/>
            <a:ext cx="100869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AB24DF30-71DC-47CC-CF91-8C7B217E4E31}"/>
              </a:ext>
            </a:extLst>
          </p:cNvPr>
          <p:cNvSpPr/>
          <p:nvPr/>
        </p:nvSpPr>
        <p:spPr>
          <a:xfrm>
            <a:off x="5645638" y="2552024"/>
            <a:ext cx="1008692" cy="10122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05A1128-1924-393F-1EA6-FEE5DF2EC489}"/>
              </a:ext>
            </a:extLst>
          </p:cNvPr>
          <p:cNvSpPr txBox="1"/>
          <p:nvPr/>
        </p:nvSpPr>
        <p:spPr>
          <a:xfrm>
            <a:off x="5619510" y="2296939"/>
            <a:ext cx="10086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Dual readout</a:t>
            </a: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A6D7EE60-4100-5E67-781B-8EC1028CB59E}"/>
              </a:ext>
            </a:extLst>
          </p:cNvPr>
          <p:cNvCxnSpPr>
            <a:cxnSpLocks/>
          </p:cNvCxnSpPr>
          <p:nvPr/>
        </p:nvCxnSpPr>
        <p:spPr>
          <a:xfrm>
            <a:off x="6842507" y="3108291"/>
            <a:ext cx="6659" cy="45822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89627D88-DC33-597C-9175-84D899DB5EA0}"/>
              </a:ext>
            </a:extLst>
          </p:cNvPr>
          <p:cNvCxnSpPr>
            <a:cxnSpLocks/>
          </p:cNvCxnSpPr>
          <p:nvPr/>
        </p:nvCxnSpPr>
        <p:spPr>
          <a:xfrm flipV="1">
            <a:off x="6842507" y="2560681"/>
            <a:ext cx="0" cy="457848"/>
          </a:xfrm>
          <a:prstGeom prst="straightConnector1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2EE42ECD-2540-794F-ABF7-CEDD2C5E29E6}"/>
              </a:ext>
            </a:extLst>
          </p:cNvPr>
          <p:cNvCxnSpPr/>
          <p:nvPr/>
        </p:nvCxnSpPr>
        <p:spPr>
          <a:xfrm>
            <a:off x="5695878" y="3673502"/>
            <a:ext cx="1331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5921BA1B-7FAA-7E3F-5291-23CAE992C0C5}"/>
              </a:ext>
            </a:extLst>
          </p:cNvPr>
          <p:cNvCxnSpPr>
            <a:cxnSpLocks/>
          </p:cNvCxnSpPr>
          <p:nvPr/>
        </p:nvCxnSpPr>
        <p:spPr>
          <a:xfrm>
            <a:off x="5728788" y="3838602"/>
            <a:ext cx="13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99191537-0F63-FBE9-1041-14941C36CEE7}"/>
              </a:ext>
            </a:extLst>
          </p:cNvPr>
          <p:cNvSpPr txBox="1"/>
          <p:nvPr/>
        </p:nvSpPr>
        <p:spPr>
          <a:xfrm>
            <a:off x="5592126" y="3557272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start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C4B4FF1-5E75-74B2-EE97-543B703A1994}"/>
              </a:ext>
            </a:extLst>
          </p:cNvPr>
          <p:cNvSpPr txBox="1"/>
          <p:nvPr/>
        </p:nvSpPr>
        <p:spPr>
          <a:xfrm>
            <a:off x="5592126" y="3726070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end</a:t>
            </a:r>
          </a:p>
        </p:txBody>
      </p: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29701314-E0AA-546B-470B-6A316448D944}"/>
              </a:ext>
            </a:extLst>
          </p:cNvPr>
          <p:cNvCxnSpPr>
            <a:stCxn id="144" idx="1"/>
            <a:endCxn id="144" idx="3"/>
          </p:cNvCxnSpPr>
          <p:nvPr/>
        </p:nvCxnSpPr>
        <p:spPr>
          <a:xfrm>
            <a:off x="5645638" y="3058170"/>
            <a:ext cx="100869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DD1BC9B-DBC8-5881-DCE4-6233CAB8F270}"/>
              </a:ext>
            </a:extLst>
          </p:cNvPr>
          <p:cNvSpPr/>
          <p:nvPr/>
        </p:nvSpPr>
        <p:spPr>
          <a:xfrm>
            <a:off x="7217800" y="2552024"/>
            <a:ext cx="1008692" cy="10122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23FB81C-7C01-8FC4-79BC-49BE28B841E3}"/>
              </a:ext>
            </a:extLst>
          </p:cNvPr>
          <p:cNvSpPr txBox="1"/>
          <p:nvPr/>
        </p:nvSpPr>
        <p:spPr>
          <a:xfrm>
            <a:off x="7191672" y="2296939"/>
            <a:ext cx="100869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Dual readout</a:t>
            </a:r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C7C3E744-1206-8A58-8E1D-C814DC5C03D1}"/>
              </a:ext>
            </a:extLst>
          </p:cNvPr>
          <p:cNvCxnSpPr>
            <a:cxnSpLocks/>
          </p:cNvCxnSpPr>
          <p:nvPr/>
        </p:nvCxnSpPr>
        <p:spPr>
          <a:xfrm>
            <a:off x="8414669" y="3108291"/>
            <a:ext cx="6659" cy="458221"/>
          </a:xfrm>
          <a:prstGeom prst="straightConnector1">
            <a:avLst/>
          </a:prstGeom>
          <a:ln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F66773DD-555F-27CE-3A1B-24E20653DF8B}"/>
              </a:ext>
            </a:extLst>
          </p:cNvPr>
          <p:cNvCxnSpPr>
            <a:cxnSpLocks/>
          </p:cNvCxnSpPr>
          <p:nvPr/>
        </p:nvCxnSpPr>
        <p:spPr>
          <a:xfrm flipV="1">
            <a:off x="8414669" y="2560681"/>
            <a:ext cx="0" cy="457848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CBC5474-FE04-3FFD-19EB-4407F5F3AF13}"/>
              </a:ext>
            </a:extLst>
          </p:cNvPr>
          <p:cNvCxnSpPr/>
          <p:nvPr/>
        </p:nvCxnSpPr>
        <p:spPr>
          <a:xfrm>
            <a:off x="7268040" y="3673502"/>
            <a:ext cx="13310" cy="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E0A12B86-370B-527B-DE3D-0D54C5EAE234}"/>
              </a:ext>
            </a:extLst>
          </p:cNvPr>
          <p:cNvCxnSpPr>
            <a:cxnSpLocks/>
          </p:cNvCxnSpPr>
          <p:nvPr/>
        </p:nvCxnSpPr>
        <p:spPr>
          <a:xfrm>
            <a:off x="7300950" y="3838602"/>
            <a:ext cx="13310" cy="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F02ED152-1193-AF13-972C-AB35FB2B8B53}"/>
              </a:ext>
            </a:extLst>
          </p:cNvPr>
          <p:cNvSpPr txBox="1"/>
          <p:nvPr/>
        </p:nvSpPr>
        <p:spPr>
          <a:xfrm>
            <a:off x="7164288" y="3557272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start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8916E50-DDB3-EC0D-D13B-079D0361E64D}"/>
              </a:ext>
            </a:extLst>
          </p:cNvPr>
          <p:cNvSpPr txBox="1"/>
          <p:nvPr/>
        </p:nvSpPr>
        <p:spPr>
          <a:xfrm>
            <a:off x="7164288" y="3726070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end</a:t>
            </a:r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18C7EC7E-9C23-BA82-D38E-AAE9D301824A}"/>
              </a:ext>
            </a:extLst>
          </p:cNvPr>
          <p:cNvCxnSpPr>
            <a:stCxn id="153" idx="1"/>
            <a:endCxn id="153" idx="3"/>
          </p:cNvCxnSpPr>
          <p:nvPr/>
        </p:nvCxnSpPr>
        <p:spPr>
          <a:xfrm>
            <a:off x="7217800" y="3058170"/>
            <a:ext cx="1008692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B89266B5-0052-3264-3B4F-80384AE5CF66}"/>
              </a:ext>
            </a:extLst>
          </p:cNvPr>
          <p:cNvSpPr/>
          <p:nvPr/>
        </p:nvSpPr>
        <p:spPr>
          <a:xfrm>
            <a:off x="2523293" y="3018529"/>
            <a:ext cx="958578" cy="897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90DDF2AD-0494-F595-24BF-9DB9055D8537}"/>
              </a:ext>
            </a:extLst>
          </p:cNvPr>
          <p:cNvSpPr/>
          <p:nvPr/>
        </p:nvSpPr>
        <p:spPr>
          <a:xfrm>
            <a:off x="2523293" y="3107600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936193D0-42A9-89B5-7332-E350618A6F5D}"/>
              </a:ext>
            </a:extLst>
          </p:cNvPr>
          <p:cNvSpPr/>
          <p:nvPr/>
        </p:nvSpPr>
        <p:spPr>
          <a:xfrm>
            <a:off x="2523293" y="2976870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E1DC3214-03E8-63D4-4006-1206B35FAB29}"/>
              </a:ext>
            </a:extLst>
          </p:cNvPr>
          <p:cNvSpPr/>
          <p:nvPr/>
        </p:nvSpPr>
        <p:spPr>
          <a:xfrm>
            <a:off x="2523293" y="2929376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2160E210-9AEF-3103-74DC-D866D9B2F171}"/>
              </a:ext>
            </a:extLst>
          </p:cNvPr>
          <p:cNvSpPr/>
          <p:nvPr/>
        </p:nvSpPr>
        <p:spPr>
          <a:xfrm>
            <a:off x="2510356" y="4201036"/>
            <a:ext cx="80131" cy="1029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D70C23EF-759E-A04B-4A59-D80CA06EF0B6}"/>
              </a:ext>
            </a:extLst>
          </p:cNvPr>
          <p:cNvSpPr/>
          <p:nvPr/>
        </p:nvSpPr>
        <p:spPr>
          <a:xfrm>
            <a:off x="2510828" y="3963598"/>
            <a:ext cx="84939" cy="1158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4B1DFEA7-3D96-521F-4763-333E77DCA794}"/>
              </a:ext>
            </a:extLst>
          </p:cNvPr>
          <p:cNvSpPr/>
          <p:nvPr/>
        </p:nvSpPr>
        <p:spPr>
          <a:xfrm>
            <a:off x="2512257" y="4086278"/>
            <a:ext cx="84142" cy="10577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F0FB0A7-882B-B6DF-770B-9D2FA660E053}"/>
              </a:ext>
            </a:extLst>
          </p:cNvPr>
          <p:cNvSpPr txBox="1"/>
          <p:nvPr/>
        </p:nvSpPr>
        <p:spPr>
          <a:xfrm>
            <a:off x="2419053" y="4027483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2set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32F17D8-913E-AF0A-7EDC-79EC1314D97F}"/>
              </a:ext>
            </a:extLst>
          </p:cNvPr>
          <p:cNvSpPr txBox="1"/>
          <p:nvPr/>
        </p:nvSpPr>
        <p:spPr>
          <a:xfrm>
            <a:off x="2419053" y="4149660"/>
            <a:ext cx="64801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dirty="0">
                <a:latin typeface="+mn-ea"/>
              </a:rPr>
              <a:t>3set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7C631722-4EFD-3EB6-5096-5C03397752DF}"/>
              </a:ext>
            </a:extLst>
          </p:cNvPr>
          <p:cNvSpPr/>
          <p:nvPr/>
        </p:nvSpPr>
        <p:spPr>
          <a:xfrm>
            <a:off x="2523293" y="3152548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844E3FDF-1507-C932-FA73-7BF97CF1FC24}"/>
              </a:ext>
            </a:extLst>
          </p:cNvPr>
          <p:cNvSpPr/>
          <p:nvPr/>
        </p:nvSpPr>
        <p:spPr>
          <a:xfrm>
            <a:off x="4144952" y="2575578"/>
            <a:ext cx="958578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CA5803C-F7A1-4D2D-AF0A-284D21242251}"/>
              </a:ext>
            </a:extLst>
          </p:cNvPr>
          <p:cNvSpPr/>
          <p:nvPr/>
        </p:nvSpPr>
        <p:spPr>
          <a:xfrm>
            <a:off x="4148480" y="3503648"/>
            <a:ext cx="958578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B88A0FF8-088A-B15D-CD3E-2212B5EFBA9D}"/>
              </a:ext>
            </a:extLst>
          </p:cNvPr>
          <p:cNvSpPr/>
          <p:nvPr/>
        </p:nvSpPr>
        <p:spPr>
          <a:xfrm>
            <a:off x="4148480" y="3456898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90995CE8-96C1-2171-599C-C9ED0B800BDF}"/>
              </a:ext>
            </a:extLst>
          </p:cNvPr>
          <p:cNvSpPr/>
          <p:nvPr/>
        </p:nvSpPr>
        <p:spPr>
          <a:xfrm>
            <a:off x="4144952" y="2622504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4D6F5B16-26C0-A831-E873-09A418D49952}"/>
              </a:ext>
            </a:extLst>
          </p:cNvPr>
          <p:cNvSpPr/>
          <p:nvPr/>
        </p:nvSpPr>
        <p:spPr>
          <a:xfrm>
            <a:off x="4146033" y="2668272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D8F37724-CCD8-85EA-F4F6-B1523C2EEB15}"/>
              </a:ext>
            </a:extLst>
          </p:cNvPr>
          <p:cNvSpPr/>
          <p:nvPr/>
        </p:nvSpPr>
        <p:spPr>
          <a:xfrm>
            <a:off x="4144952" y="3413575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F7A8D873-709E-54E5-F14D-33B3E4184471}"/>
              </a:ext>
            </a:extLst>
          </p:cNvPr>
          <p:cNvSpPr/>
          <p:nvPr/>
        </p:nvSpPr>
        <p:spPr>
          <a:xfrm>
            <a:off x="5668543" y="2572448"/>
            <a:ext cx="958578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2BAD71E5-4EEA-6940-4858-24019D867CA0}"/>
              </a:ext>
            </a:extLst>
          </p:cNvPr>
          <p:cNvSpPr/>
          <p:nvPr/>
        </p:nvSpPr>
        <p:spPr>
          <a:xfrm>
            <a:off x="5668543" y="2619374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7F9C7DAD-26CC-65F3-315B-C3B9A5DF34BB}"/>
              </a:ext>
            </a:extLst>
          </p:cNvPr>
          <p:cNvSpPr/>
          <p:nvPr/>
        </p:nvSpPr>
        <p:spPr>
          <a:xfrm>
            <a:off x="5669624" y="2665142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8A051DBF-BC05-B8AD-CDC9-19D151820D5F}"/>
              </a:ext>
            </a:extLst>
          </p:cNvPr>
          <p:cNvSpPr/>
          <p:nvPr/>
        </p:nvSpPr>
        <p:spPr>
          <a:xfrm>
            <a:off x="5672950" y="3073940"/>
            <a:ext cx="958578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9B4C3E51-78B2-58F9-302C-A2556AEB2FFF}"/>
              </a:ext>
            </a:extLst>
          </p:cNvPr>
          <p:cNvSpPr/>
          <p:nvPr/>
        </p:nvSpPr>
        <p:spPr>
          <a:xfrm>
            <a:off x="5672950" y="3120866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9F2625AD-E0E4-81BD-BA4E-4A089978A7EB}"/>
              </a:ext>
            </a:extLst>
          </p:cNvPr>
          <p:cNvSpPr/>
          <p:nvPr/>
        </p:nvSpPr>
        <p:spPr>
          <a:xfrm>
            <a:off x="5674031" y="3166634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42E4354-28A4-98BC-DE9E-0640A893BD0A}"/>
              </a:ext>
            </a:extLst>
          </p:cNvPr>
          <p:cNvSpPr/>
          <p:nvPr/>
        </p:nvSpPr>
        <p:spPr>
          <a:xfrm>
            <a:off x="7248995" y="3500229"/>
            <a:ext cx="958578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3AE850F-88F4-6495-DF17-934CFC66E08F}"/>
              </a:ext>
            </a:extLst>
          </p:cNvPr>
          <p:cNvSpPr/>
          <p:nvPr/>
        </p:nvSpPr>
        <p:spPr>
          <a:xfrm>
            <a:off x="7248995" y="3453479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1321C329-F8CB-66DE-FC2B-042D7CB01F20}"/>
              </a:ext>
            </a:extLst>
          </p:cNvPr>
          <p:cNvSpPr/>
          <p:nvPr/>
        </p:nvSpPr>
        <p:spPr>
          <a:xfrm>
            <a:off x="7245467" y="3410156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E44CC5D6-A5B0-A206-2403-D242F58A0536}"/>
              </a:ext>
            </a:extLst>
          </p:cNvPr>
          <p:cNvSpPr/>
          <p:nvPr/>
        </p:nvSpPr>
        <p:spPr>
          <a:xfrm>
            <a:off x="7245872" y="2995242"/>
            <a:ext cx="958578" cy="457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6DC5692A-D2F4-0364-A780-29A584A55DF4}"/>
              </a:ext>
            </a:extLst>
          </p:cNvPr>
          <p:cNvSpPr/>
          <p:nvPr/>
        </p:nvSpPr>
        <p:spPr>
          <a:xfrm>
            <a:off x="7245872" y="2948492"/>
            <a:ext cx="958578" cy="4682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DCDA57A9-6806-CBA7-DB17-1546F86EFCA0}"/>
              </a:ext>
            </a:extLst>
          </p:cNvPr>
          <p:cNvSpPr/>
          <p:nvPr/>
        </p:nvSpPr>
        <p:spPr>
          <a:xfrm>
            <a:off x="7242344" y="2905169"/>
            <a:ext cx="958578" cy="4682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190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B0656-C8C9-13B3-B71A-C311325BDACD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GATE</a:t>
            </a:r>
            <a:r>
              <a:rPr lang="ko-KR" altLang="en-US" sz="1600" dirty="0"/>
              <a:t> </a:t>
            </a:r>
            <a:r>
              <a:rPr lang="en-US" altLang="ko-KR" sz="1600" dirty="0"/>
              <a:t>IC control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F25E2-EC05-FA6A-71DA-FE2C1198670A}"/>
              </a:ext>
            </a:extLst>
          </p:cNvPr>
          <p:cNvSpPr txBox="1"/>
          <p:nvPr/>
        </p:nvSpPr>
        <p:spPr>
          <a:xfrm>
            <a:off x="389627" y="1347896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1012 Dual read out (</a:t>
            </a:r>
            <a:r>
              <a:rPr lang="en-US" altLang="ko-KR" sz="1200" dirty="0"/>
              <a:t>1</a:t>
            </a:r>
            <a:r>
              <a:rPr lang="ko-KR" altLang="en-US" sz="1200" dirty="0"/>
              <a:t>차 </a:t>
            </a:r>
            <a:r>
              <a:rPr lang="en-US" altLang="ko-KR" sz="1200" dirty="0"/>
              <a:t>PBA </a:t>
            </a:r>
            <a:r>
              <a:rPr lang="ko-KR" altLang="en-US" sz="1200" dirty="0"/>
              <a:t>는 </a:t>
            </a:r>
            <a:r>
              <a:rPr lang="en-US" altLang="ko-KR" sz="1200" dirty="0"/>
              <a:t>Pin map </a:t>
            </a:r>
            <a:r>
              <a:rPr lang="ko-KR" altLang="en-US" sz="1200" dirty="0"/>
              <a:t>역방향임</a:t>
            </a:r>
            <a:r>
              <a:rPr lang="en-US" altLang="ko-KR" sz="1200" dirty="0"/>
              <a:t>, 2</a:t>
            </a:r>
            <a:r>
              <a:rPr lang="ko-KR" altLang="en-US" sz="1200" dirty="0"/>
              <a:t>차 </a:t>
            </a:r>
            <a:r>
              <a:rPr lang="en-US" altLang="ko-KR" sz="1200" dirty="0"/>
              <a:t>PBA </a:t>
            </a:r>
            <a:r>
              <a:rPr lang="ko-KR" altLang="en-US" sz="1200" dirty="0"/>
              <a:t>에서 아래 설정 필요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>
                <a:effectLst/>
              </a:rPr>
              <a:t>2,816 (H) × 3,584(V) , 85um pixel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ko-KR" altLang="en-US" sz="1600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732DB8C-9865-B94E-CC88-B2B037B658FC}"/>
              </a:ext>
            </a:extLst>
          </p:cNvPr>
          <p:cNvGrpSpPr/>
          <p:nvPr/>
        </p:nvGrpSpPr>
        <p:grpSpPr>
          <a:xfrm>
            <a:off x="455268" y="3198422"/>
            <a:ext cx="8217652" cy="2966882"/>
            <a:chOff x="455268" y="3356992"/>
            <a:chExt cx="8217652" cy="2966882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8D2B9CD-090B-568C-9232-04F26AE65CFD}"/>
                </a:ext>
              </a:extLst>
            </p:cNvPr>
            <p:cNvGrpSpPr/>
            <p:nvPr/>
          </p:nvGrpSpPr>
          <p:grpSpPr>
            <a:xfrm>
              <a:off x="1131062" y="4739381"/>
              <a:ext cx="6647152" cy="144016"/>
              <a:chOff x="1131062" y="4739381"/>
              <a:chExt cx="6647152" cy="144016"/>
            </a:xfrm>
          </p:grpSpPr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7F2374A9-B154-AC81-D4FA-86DA28A3BE5D}"/>
                  </a:ext>
                </a:extLst>
              </p:cNvPr>
              <p:cNvSpPr/>
              <p:nvPr/>
            </p:nvSpPr>
            <p:spPr>
              <a:xfrm>
                <a:off x="1131062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E682F4BE-3206-BA95-4E06-1CBF35B91AA5}"/>
                  </a:ext>
                </a:extLst>
              </p:cNvPr>
              <p:cNvSpPr/>
              <p:nvPr/>
            </p:nvSpPr>
            <p:spPr>
              <a:xfrm>
                <a:off x="1995158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ADEF6A65-ABF5-EF34-192B-51F51C50CE5F}"/>
                  </a:ext>
                </a:extLst>
              </p:cNvPr>
              <p:cNvSpPr/>
              <p:nvPr/>
            </p:nvSpPr>
            <p:spPr>
              <a:xfrm>
                <a:off x="2834458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2482844-AB1D-C506-EAE9-1B8AA813BD05}"/>
                  </a:ext>
                </a:extLst>
              </p:cNvPr>
              <p:cNvSpPr/>
              <p:nvPr/>
            </p:nvSpPr>
            <p:spPr>
              <a:xfrm>
                <a:off x="3698554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D9154E32-72D3-6378-9F8C-5F8C56501A6F}"/>
                  </a:ext>
                </a:extLst>
              </p:cNvPr>
              <p:cNvSpPr/>
              <p:nvPr/>
            </p:nvSpPr>
            <p:spPr>
              <a:xfrm>
                <a:off x="4562650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F05EF104-39B8-A0A5-DCCE-FEF29A30C776}"/>
                  </a:ext>
                </a:extLst>
              </p:cNvPr>
              <p:cNvSpPr/>
              <p:nvPr/>
            </p:nvSpPr>
            <p:spPr>
              <a:xfrm>
                <a:off x="5426746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906036C0-8AC3-23C6-C125-44BA1E3DACC7}"/>
                  </a:ext>
                </a:extLst>
              </p:cNvPr>
              <p:cNvSpPr/>
              <p:nvPr/>
            </p:nvSpPr>
            <p:spPr>
              <a:xfrm>
                <a:off x="6266046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BBDA188E-D2A8-DB72-5C07-D3D2A74F155A}"/>
                  </a:ext>
                </a:extLst>
              </p:cNvPr>
              <p:cNvSpPr/>
              <p:nvPr/>
            </p:nvSpPr>
            <p:spPr>
              <a:xfrm>
                <a:off x="7130142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79187E5-6C24-C246-7CDB-3BA198DA63A1}"/>
                </a:ext>
              </a:extLst>
            </p:cNvPr>
            <p:cNvCxnSpPr>
              <a:cxnSpLocks/>
            </p:cNvCxnSpPr>
            <p:nvPr/>
          </p:nvCxnSpPr>
          <p:spPr>
            <a:xfrm>
              <a:off x="4456859" y="4520840"/>
              <a:ext cx="0" cy="8523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화살표: 아래쪽 20">
              <a:extLst>
                <a:ext uri="{FF2B5EF4-FFF2-40B4-BE49-F238E27FC236}">
                  <a16:creationId xmlns:a16="http://schemas.microsoft.com/office/drawing/2014/main" id="{3E818D52-1230-6B0C-D257-11B78CD53FDC}"/>
                </a:ext>
              </a:extLst>
            </p:cNvPr>
            <p:cNvSpPr/>
            <p:nvPr/>
          </p:nvSpPr>
          <p:spPr>
            <a:xfrm>
              <a:off x="1995158" y="5185822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80DF6EF6-2E62-A391-6C5C-7B2544EAD8AB}"/>
                </a:ext>
              </a:extLst>
            </p:cNvPr>
            <p:cNvSpPr/>
            <p:nvPr/>
          </p:nvSpPr>
          <p:spPr>
            <a:xfrm>
              <a:off x="2834458" y="5185822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C0FB03B8-2B6F-5B5C-4A1A-18A3D280989D}"/>
                </a:ext>
              </a:extLst>
            </p:cNvPr>
            <p:cNvSpPr/>
            <p:nvPr/>
          </p:nvSpPr>
          <p:spPr>
            <a:xfrm>
              <a:off x="3696324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7432E151-18E8-E242-E205-073315A77470}"/>
                </a:ext>
              </a:extLst>
            </p:cNvPr>
            <p:cNvSpPr/>
            <p:nvPr/>
          </p:nvSpPr>
          <p:spPr>
            <a:xfrm>
              <a:off x="4553837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아래쪽 24">
              <a:extLst>
                <a:ext uri="{FF2B5EF4-FFF2-40B4-BE49-F238E27FC236}">
                  <a16:creationId xmlns:a16="http://schemas.microsoft.com/office/drawing/2014/main" id="{0407589F-64A8-8784-BCD8-A8A2C33F9E8E}"/>
                </a:ext>
              </a:extLst>
            </p:cNvPr>
            <p:cNvSpPr/>
            <p:nvPr/>
          </p:nvSpPr>
          <p:spPr>
            <a:xfrm>
              <a:off x="5426746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851018D1-5C27-1B43-FC26-B5CD78542305}"/>
                </a:ext>
              </a:extLst>
            </p:cNvPr>
            <p:cNvSpPr/>
            <p:nvPr/>
          </p:nvSpPr>
          <p:spPr>
            <a:xfrm>
              <a:off x="6266046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화살표: 아래쪽 26">
              <a:extLst>
                <a:ext uri="{FF2B5EF4-FFF2-40B4-BE49-F238E27FC236}">
                  <a16:creationId xmlns:a16="http://schemas.microsoft.com/office/drawing/2014/main" id="{210D1C1B-A587-2D11-17F6-D67362A91A16}"/>
                </a:ext>
              </a:extLst>
            </p:cNvPr>
            <p:cNvSpPr/>
            <p:nvPr/>
          </p:nvSpPr>
          <p:spPr>
            <a:xfrm>
              <a:off x="1455098" y="5197766"/>
              <a:ext cx="315223" cy="11800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화살표: 아래쪽 27">
              <a:extLst>
                <a:ext uri="{FF2B5EF4-FFF2-40B4-BE49-F238E27FC236}">
                  <a16:creationId xmlns:a16="http://schemas.microsoft.com/office/drawing/2014/main" id="{8285553F-31CD-5C10-CB1E-6E1CF270421D}"/>
                </a:ext>
              </a:extLst>
            </p:cNvPr>
            <p:cNvSpPr/>
            <p:nvPr/>
          </p:nvSpPr>
          <p:spPr>
            <a:xfrm>
              <a:off x="7165726" y="5188322"/>
              <a:ext cx="315223" cy="11800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9DC7C8-35BE-43CF-F8E1-ADC5805ACDE2}"/>
                </a:ext>
              </a:extLst>
            </p:cNvPr>
            <p:cNvSpPr txBox="1"/>
            <p:nvPr/>
          </p:nvSpPr>
          <p:spPr>
            <a:xfrm>
              <a:off x="3901438" y="5923764"/>
              <a:ext cx="13623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LR = 0 : L </a:t>
              </a:r>
              <a:r>
                <a:rPr lang="en-US" altLang="ko-KR" sz="1000" dirty="0">
                  <a:sym typeface="Wingdings" panose="05000000000000000000" pitchFamily="2" charset="2"/>
                </a:rPr>
                <a:t> R</a:t>
              </a:r>
            </a:p>
            <a:p>
              <a:r>
                <a:rPr lang="en-US" altLang="ko-KR" sz="1000" dirty="0">
                  <a:sym typeface="Wingdings" panose="05000000000000000000" pitchFamily="2" charset="2"/>
                </a:rPr>
                <a:t>LR = 1 : L  R</a:t>
              </a:r>
              <a:endParaRPr lang="ko-KR" altLang="en-US" sz="10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8DF7AE-9794-494F-C3B2-A81810BC6273}"/>
                </a:ext>
              </a:extLst>
            </p:cNvPr>
            <p:cNvSpPr txBox="1"/>
            <p:nvPr/>
          </p:nvSpPr>
          <p:spPr>
            <a:xfrm>
              <a:off x="1403648" y="5301208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256</a:t>
              </a:r>
              <a:endParaRPr lang="ko-KR" altLang="en-US" sz="10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76F4FD-16DD-0C33-C21B-E2129099C384}"/>
                </a:ext>
              </a:extLst>
            </p:cNvPr>
            <p:cNvSpPr txBox="1"/>
            <p:nvPr/>
          </p:nvSpPr>
          <p:spPr>
            <a:xfrm>
              <a:off x="7164288" y="5301208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256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E70BD2-EB7C-471C-09AD-8BB55095CA7C}"/>
                </a:ext>
              </a:extLst>
            </p:cNvPr>
            <p:cNvSpPr txBox="1"/>
            <p:nvPr/>
          </p:nvSpPr>
          <p:spPr>
            <a:xfrm>
              <a:off x="6372200" y="5301208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512</a:t>
              </a:r>
              <a:endParaRPr lang="ko-KR" altLang="en-US" sz="10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C379A4-6A9B-3BF9-F73C-DDC1C50DD30C}"/>
                </a:ext>
              </a:extLst>
            </p:cNvPr>
            <p:cNvSpPr txBox="1"/>
            <p:nvPr/>
          </p:nvSpPr>
          <p:spPr>
            <a:xfrm>
              <a:off x="2123728" y="5301208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512</a:t>
              </a:r>
              <a:endParaRPr lang="ko-KR" altLang="en-US" sz="1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37D4A09-4F79-A809-CEE5-8074F44A28F1}"/>
                </a:ext>
              </a:extLst>
            </p:cNvPr>
            <p:cNvSpPr txBox="1"/>
            <p:nvPr/>
          </p:nvSpPr>
          <p:spPr>
            <a:xfrm>
              <a:off x="455268" y="5522510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1792</a:t>
              </a:r>
              <a:endParaRPr lang="ko-KR" altLang="en-US" sz="1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F18BDF-3AAD-FF3A-E57D-2659963D3045}"/>
                </a:ext>
              </a:extLst>
            </p:cNvPr>
            <p:cNvSpPr txBox="1"/>
            <p:nvPr/>
          </p:nvSpPr>
          <p:spPr>
            <a:xfrm>
              <a:off x="3140809" y="5713927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LR2 = 0</a:t>
              </a:r>
              <a:endParaRPr lang="ko-KR" altLang="en-US" sz="1000" dirty="0"/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E1CA42D-2A2B-5444-4F85-F9347BD060ED}"/>
                </a:ext>
              </a:extLst>
            </p:cNvPr>
            <p:cNvGrpSpPr/>
            <p:nvPr/>
          </p:nvGrpSpPr>
          <p:grpSpPr>
            <a:xfrm>
              <a:off x="7030592" y="4892060"/>
              <a:ext cx="1069798" cy="246221"/>
              <a:chOff x="7030592" y="4892060"/>
              <a:chExt cx="1069798" cy="246221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E7BCC9A-6F4A-0E6F-8EAA-B6383E31CB3B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C252D25-85FA-0C54-7706-74F3ECC93B74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78273D8-B90B-E55D-6F42-A68853A02B1F}"/>
                </a:ext>
              </a:extLst>
            </p:cNvPr>
            <p:cNvGrpSpPr/>
            <p:nvPr/>
          </p:nvGrpSpPr>
          <p:grpSpPr>
            <a:xfrm>
              <a:off x="6143145" y="4896279"/>
              <a:ext cx="1069798" cy="246221"/>
              <a:chOff x="7030592" y="4892060"/>
              <a:chExt cx="1069798" cy="24622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039A1B-B7FA-5043-F253-2791E9FC5EA7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DA0674-E506-AE7C-BAD6-78C221A43689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93AC82A-4FAA-2123-1EE4-FA7B4DC3198C}"/>
                </a:ext>
              </a:extLst>
            </p:cNvPr>
            <p:cNvGrpSpPr/>
            <p:nvPr/>
          </p:nvGrpSpPr>
          <p:grpSpPr>
            <a:xfrm>
              <a:off x="5343149" y="4898113"/>
              <a:ext cx="1069798" cy="246221"/>
              <a:chOff x="7030592" y="4892060"/>
              <a:chExt cx="1069798" cy="246221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3423C8-445D-F75A-1A7F-47B17800AEBC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7391F1-290C-6B6E-1AD6-A349E8950B64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087AAC56-CF68-6E97-A60C-6B9F4619ADF9}"/>
                </a:ext>
              </a:extLst>
            </p:cNvPr>
            <p:cNvGrpSpPr/>
            <p:nvPr/>
          </p:nvGrpSpPr>
          <p:grpSpPr>
            <a:xfrm>
              <a:off x="4455702" y="4902332"/>
              <a:ext cx="1069798" cy="246221"/>
              <a:chOff x="7030592" y="4892060"/>
              <a:chExt cx="1069798" cy="246221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2869C48-18EA-30E9-5F4D-B197D3F45F44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21618F9-B267-EC72-E4BA-627A07350B20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AC527F2-D000-F2C8-ECBA-E4046808513B}"/>
                </a:ext>
              </a:extLst>
            </p:cNvPr>
            <p:cNvGrpSpPr/>
            <p:nvPr/>
          </p:nvGrpSpPr>
          <p:grpSpPr>
            <a:xfrm>
              <a:off x="3612231" y="4900699"/>
              <a:ext cx="1069798" cy="246221"/>
              <a:chOff x="7030592" y="4892060"/>
              <a:chExt cx="1069798" cy="246221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D1EF6E-6806-4735-6927-CFFAFDB59A6B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93A9D2-5890-F702-6E2E-985AC09AA361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1E4A4D9-B4E5-02C7-E845-64F7989445E1}"/>
                </a:ext>
              </a:extLst>
            </p:cNvPr>
            <p:cNvGrpSpPr/>
            <p:nvPr/>
          </p:nvGrpSpPr>
          <p:grpSpPr>
            <a:xfrm>
              <a:off x="2724784" y="4886158"/>
              <a:ext cx="1069798" cy="246221"/>
              <a:chOff x="7030592" y="4892060"/>
              <a:chExt cx="1069798" cy="2462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0644ED9-8856-9D9E-1C9B-6C521029F3A7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371F68-1BBC-84F2-D438-C911CE59FC33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141BD674-659A-6901-1972-219FEA39FC7B}"/>
                </a:ext>
              </a:extLst>
            </p:cNvPr>
            <p:cNvGrpSpPr/>
            <p:nvPr/>
          </p:nvGrpSpPr>
          <p:grpSpPr>
            <a:xfrm>
              <a:off x="1924788" y="4906752"/>
              <a:ext cx="1069798" cy="246221"/>
              <a:chOff x="7030592" y="4892060"/>
              <a:chExt cx="1069798" cy="246221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C7EECE9-A7A0-4BF3-0B9E-97ADAB37BDCC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B04C3CD-926A-3BAE-A782-5FC3DF0EB999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CD74D65-5B1C-7847-DF16-9AAD5859E160}"/>
                </a:ext>
              </a:extLst>
            </p:cNvPr>
            <p:cNvGrpSpPr/>
            <p:nvPr/>
          </p:nvGrpSpPr>
          <p:grpSpPr>
            <a:xfrm>
              <a:off x="1037341" y="4910971"/>
              <a:ext cx="1069798" cy="246221"/>
              <a:chOff x="7030592" y="4892060"/>
              <a:chExt cx="1069798" cy="24622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A4C9087-F8DB-FC96-22D0-6FC85AD4D5A2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8A6F27-18C0-ABD9-D8B6-50FDFB56AB9E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3385149F-A46E-6B88-49E2-6344963BB01F}"/>
                </a:ext>
              </a:extLst>
            </p:cNvPr>
            <p:cNvCxnSpPr/>
            <p:nvPr/>
          </p:nvCxnSpPr>
          <p:spPr>
            <a:xfrm flipH="1">
              <a:off x="971600" y="5661248"/>
              <a:ext cx="330705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755439B-8A48-35CD-11B3-630233CFA41F}"/>
                </a:ext>
              </a:extLst>
            </p:cNvPr>
            <p:cNvCxnSpPr/>
            <p:nvPr/>
          </p:nvCxnSpPr>
          <p:spPr>
            <a:xfrm flipH="1">
              <a:off x="4649321" y="5661248"/>
              <a:ext cx="3307055" cy="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B2D96FD-8755-E099-362C-EB7E39C4A2C0}"/>
                </a:ext>
              </a:extLst>
            </p:cNvPr>
            <p:cNvSpPr txBox="1"/>
            <p:nvPr/>
          </p:nvSpPr>
          <p:spPr>
            <a:xfrm>
              <a:off x="8024848" y="5531426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1792</a:t>
              </a:r>
              <a:endParaRPr lang="ko-KR" altLang="en-US" sz="10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EF8C08C-9956-F828-770F-C9D3B6C66371}"/>
                </a:ext>
              </a:extLst>
            </p:cNvPr>
            <p:cNvSpPr txBox="1"/>
            <p:nvPr/>
          </p:nvSpPr>
          <p:spPr>
            <a:xfrm>
              <a:off x="5076056" y="5714317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LR1 = 1</a:t>
              </a:r>
              <a:endParaRPr lang="ko-KR" altLang="en-US" sz="10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80E9612-2DC5-1381-11BB-1DC976EF4779}"/>
                </a:ext>
              </a:extLst>
            </p:cNvPr>
            <p:cNvSpPr txBox="1"/>
            <p:nvPr/>
          </p:nvSpPr>
          <p:spPr>
            <a:xfrm>
              <a:off x="4524798" y="4164451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STVR4</a:t>
              </a:r>
              <a:endParaRPr lang="ko-KR" altLang="en-US" sz="10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C92416B-90D0-9212-8201-12B6521B466C}"/>
                </a:ext>
              </a:extLst>
            </p:cNvPr>
            <p:cNvSpPr txBox="1"/>
            <p:nvPr/>
          </p:nvSpPr>
          <p:spPr>
            <a:xfrm>
              <a:off x="3774003" y="4164451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STVL5</a:t>
              </a:r>
              <a:endParaRPr lang="ko-KR" altLang="en-US" sz="1000" dirty="0"/>
            </a:p>
          </p:txBody>
        </p:sp>
        <p:sp>
          <p:nvSpPr>
            <p:cNvPr id="68" name="화살표: 아래쪽 67">
              <a:extLst>
                <a:ext uri="{FF2B5EF4-FFF2-40B4-BE49-F238E27FC236}">
                  <a16:creationId xmlns:a16="http://schemas.microsoft.com/office/drawing/2014/main" id="{CF19BAC1-2E63-F756-0C09-BAB5B21F1B9A}"/>
                </a:ext>
              </a:extLst>
            </p:cNvPr>
            <p:cNvSpPr/>
            <p:nvPr/>
          </p:nvSpPr>
          <p:spPr>
            <a:xfrm>
              <a:off x="4609688" y="4405880"/>
              <a:ext cx="72341" cy="241995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화살표: 아래쪽 68">
              <a:extLst>
                <a:ext uri="{FF2B5EF4-FFF2-40B4-BE49-F238E27FC236}">
                  <a16:creationId xmlns:a16="http://schemas.microsoft.com/office/drawing/2014/main" id="{B7616765-262B-E25C-B81A-895D18068F56}"/>
                </a:ext>
              </a:extLst>
            </p:cNvPr>
            <p:cNvSpPr/>
            <p:nvPr/>
          </p:nvSpPr>
          <p:spPr>
            <a:xfrm>
              <a:off x="4244003" y="4405047"/>
              <a:ext cx="72341" cy="241995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0BF573E-E0EB-8576-8BAD-F288E151A9EF}"/>
                </a:ext>
              </a:extLst>
            </p:cNvPr>
            <p:cNvSpPr/>
            <p:nvPr/>
          </p:nvSpPr>
          <p:spPr>
            <a:xfrm>
              <a:off x="1263668" y="4262452"/>
              <a:ext cx="2637770" cy="258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STV SW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48B2AF3-71E1-A72F-1477-A90429A2D1F4}"/>
                </a:ext>
              </a:extLst>
            </p:cNvPr>
            <p:cNvSpPr/>
            <p:nvPr/>
          </p:nvSpPr>
          <p:spPr>
            <a:xfrm>
              <a:off x="5009966" y="4262452"/>
              <a:ext cx="2637770" cy="258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STV SW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CA2257A-387D-D0BD-3AFA-0BE67BF46665}"/>
                </a:ext>
              </a:extLst>
            </p:cNvPr>
            <p:cNvSpPr txBox="1"/>
            <p:nvPr/>
          </p:nvSpPr>
          <p:spPr>
            <a:xfrm>
              <a:off x="1489996" y="3861048"/>
              <a:ext cx="20738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STV_SEL_R1 = 0</a:t>
              </a:r>
            </a:p>
            <a:p>
              <a:pPr algn="ctr"/>
              <a:r>
                <a:rPr lang="en-US" altLang="ko-KR" sz="1000" dirty="0"/>
                <a:t>STV_SEL_L1 = 0</a:t>
              </a:r>
              <a:endParaRPr lang="ko-KR" altLang="en-US" sz="10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5190463-D927-3A36-FE36-447C3578605C}"/>
                </a:ext>
              </a:extLst>
            </p:cNvPr>
            <p:cNvSpPr txBox="1"/>
            <p:nvPr/>
          </p:nvSpPr>
          <p:spPr>
            <a:xfrm>
              <a:off x="3429397" y="3356992"/>
              <a:ext cx="207389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STV_SEL_R1 = 0</a:t>
              </a:r>
            </a:p>
            <a:p>
              <a:pPr algn="ctr"/>
              <a:r>
                <a:rPr lang="en-US" altLang="ko-KR" sz="1000" dirty="0"/>
                <a:t>STV_SEL_L1 = 0</a:t>
              </a:r>
            </a:p>
            <a:p>
              <a:pPr algn="ctr"/>
              <a:r>
                <a:rPr lang="en-US" altLang="ko-KR" sz="1000" dirty="0"/>
                <a:t>STV_SEL_R2 = 1</a:t>
              </a:r>
            </a:p>
            <a:p>
              <a:pPr algn="ctr"/>
              <a:r>
                <a:rPr lang="en-US" altLang="ko-KR" sz="1000" dirty="0"/>
                <a:t>STV_SEL_L2 = 1</a:t>
              </a:r>
              <a:endParaRPr lang="ko-KR" altLang="en-US" sz="1000" dirty="0"/>
            </a:p>
            <a:p>
              <a:pPr algn="ctr"/>
              <a:endParaRPr lang="ko-KR" altLang="en-US" sz="1000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3BD29B-CFA4-82A5-B315-15964E0161E0}"/>
              </a:ext>
            </a:extLst>
          </p:cNvPr>
          <p:cNvSpPr txBox="1"/>
          <p:nvPr/>
        </p:nvSpPr>
        <p:spPr>
          <a:xfrm>
            <a:off x="116145" y="2168094"/>
            <a:ext cx="2073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ADDR_SET_GATE : 0x0003</a:t>
            </a:r>
            <a:endParaRPr lang="ko-KR" altLang="en-US" sz="1000" dirty="0"/>
          </a:p>
        </p:txBody>
      </p:sp>
      <p:graphicFrame>
        <p:nvGraphicFramePr>
          <p:cNvPr id="78" name="표 78">
            <a:extLst>
              <a:ext uri="{FF2B5EF4-FFF2-40B4-BE49-F238E27FC236}">
                <a16:creationId xmlns:a16="http://schemas.microsoft.com/office/drawing/2014/main" id="{FCE5A9BB-5C75-75B0-4415-E35BC7BD7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03526"/>
              </p:ext>
            </p:extLst>
          </p:nvPr>
        </p:nvGraphicFramePr>
        <p:xfrm>
          <a:off x="455268" y="2427054"/>
          <a:ext cx="8217647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391">
                  <a:extLst>
                    <a:ext uri="{9D8B030D-6E8A-4147-A177-3AD203B41FA5}">
                      <a16:colId xmlns:a16="http://schemas.microsoft.com/office/drawing/2014/main" val="1242786678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526676184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777315325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4181741464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040923530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203261771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156944076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14577913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168693933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808755206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57380500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395297321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1770470663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507779181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956968266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166312838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530921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ADDR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D15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D14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D13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D09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D08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D07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D06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D05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D04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D03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0x003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STV_SEL_R2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STV_SEL_L2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STV_SEL_R1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STV_SEL_L1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STV_SEL_H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LR2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LR1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OEPSN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STV_MODE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UD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SEL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CS2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CS1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MODE2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MODE1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3233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D4824AA2-1C05-BFDB-AAD2-B4C1C8581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060" y="2986025"/>
            <a:ext cx="3496163" cy="88594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1E27250-4BF7-373E-0494-05D2AD758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524" y="1116453"/>
            <a:ext cx="1652818" cy="124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95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B0656-C8C9-13B3-B71A-C311325BDACD}"/>
              </a:ext>
            </a:extLst>
          </p:cNvPr>
          <p:cNvSpPr txBox="1"/>
          <p:nvPr/>
        </p:nvSpPr>
        <p:spPr>
          <a:xfrm>
            <a:off x="389627" y="916930"/>
            <a:ext cx="7416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GATE</a:t>
            </a:r>
            <a:r>
              <a:rPr lang="ko-KR" altLang="en-US" sz="1600" dirty="0"/>
              <a:t> </a:t>
            </a:r>
            <a:r>
              <a:rPr lang="en-US" altLang="ko-KR" sz="1600" dirty="0"/>
              <a:t>IC control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F25E2-EC05-FA6A-71DA-FE2C1198670A}"/>
              </a:ext>
            </a:extLst>
          </p:cNvPr>
          <p:cNvSpPr txBox="1"/>
          <p:nvPr/>
        </p:nvSpPr>
        <p:spPr>
          <a:xfrm>
            <a:off x="389627" y="1347896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4343 Dual read out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3,072</a:t>
            </a:r>
            <a:r>
              <a:rPr lang="en-US" altLang="ko-KR" sz="1600" dirty="0">
                <a:effectLst/>
              </a:rPr>
              <a:t> (H) × 3,072(V) , 140um pixel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ko-KR" altLang="en-US" sz="1600" dirty="0"/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2732DB8C-9865-B94E-CC88-B2B037B658FC}"/>
              </a:ext>
            </a:extLst>
          </p:cNvPr>
          <p:cNvGrpSpPr/>
          <p:nvPr/>
        </p:nvGrpSpPr>
        <p:grpSpPr>
          <a:xfrm>
            <a:off x="455268" y="3198422"/>
            <a:ext cx="8217652" cy="2966882"/>
            <a:chOff x="455268" y="3356992"/>
            <a:chExt cx="8217652" cy="2966882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8D2B9CD-090B-568C-9232-04F26AE65CFD}"/>
                </a:ext>
              </a:extLst>
            </p:cNvPr>
            <p:cNvGrpSpPr/>
            <p:nvPr/>
          </p:nvGrpSpPr>
          <p:grpSpPr>
            <a:xfrm>
              <a:off x="1995158" y="4739381"/>
              <a:ext cx="4918960" cy="144016"/>
              <a:chOff x="1995158" y="4739381"/>
              <a:chExt cx="4918960" cy="144016"/>
            </a:xfrm>
          </p:grpSpPr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E682F4BE-3206-BA95-4E06-1CBF35B91AA5}"/>
                  </a:ext>
                </a:extLst>
              </p:cNvPr>
              <p:cNvSpPr/>
              <p:nvPr/>
            </p:nvSpPr>
            <p:spPr>
              <a:xfrm>
                <a:off x="1995158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ADEF6A65-ABF5-EF34-192B-51F51C50CE5F}"/>
                  </a:ext>
                </a:extLst>
              </p:cNvPr>
              <p:cNvSpPr/>
              <p:nvPr/>
            </p:nvSpPr>
            <p:spPr>
              <a:xfrm>
                <a:off x="2834458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82482844-AB1D-C506-EAE9-1B8AA813BD05}"/>
                  </a:ext>
                </a:extLst>
              </p:cNvPr>
              <p:cNvSpPr/>
              <p:nvPr/>
            </p:nvSpPr>
            <p:spPr>
              <a:xfrm>
                <a:off x="3698554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D9154E32-72D3-6378-9F8C-5F8C56501A6F}"/>
                  </a:ext>
                </a:extLst>
              </p:cNvPr>
              <p:cNvSpPr/>
              <p:nvPr/>
            </p:nvSpPr>
            <p:spPr>
              <a:xfrm>
                <a:off x="4562650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F05EF104-39B8-A0A5-DCCE-FEF29A30C776}"/>
                  </a:ext>
                </a:extLst>
              </p:cNvPr>
              <p:cNvSpPr/>
              <p:nvPr/>
            </p:nvSpPr>
            <p:spPr>
              <a:xfrm>
                <a:off x="5426746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906036C0-8AC3-23C6-C125-44BA1E3DACC7}"/>
                  </a:ext>
                </a:extLst>
              </p:cNvPr>
              <p:cNvSpPr/>
              <p:nvPr/>
            </p:nvSpPr>
            <p:spPr>
              <a:xfrm>
                <a:off x="6266046" y="4739381"/>
                <a:ext cx="648072" cy="14401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879187E5-6C24-C246-7CDB-3BA198DA63A1}"/>
                </a:ext>
              </a:extLst>
            </p:cNvPr>
            <p:cNvCxnSpPr>
              <a:cxnSpLocks/>
            </p:cNvCxnSpPr>
            <p:nvPr/>
          </p:nvCxnSpPr>
          <p:spPr>
            <a:xfrm>
              <a:off x="4456859" y="4520840"/>
              <a:ext cx="0" cy="8523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화살표: 아래쪽 20">
              <a:extLst>
                <a:ext uri="{FF2B5EF4-FFF2-40B4-BE49-F238E27FC236}">
                  <a16:creationId xmlns:a16="http://schemas.microsoft.com/office/drawing/2014/main" id="{3E818D52-1230-6B0C-D257-11B78CD53FDC}"/>
                </a:ext>
              </a:extLst>
            </p:cNvPr>
            <p:cNvSpPr/>
            <p:nvPr/>
          </p:nvSpPr>
          <p:spPr>
            <a:xfrm>
              <a:off x="1995158" y="5185822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아래쪽 21">
              <a:extLst>
                <a:ext uri="{FF2B5EF4-FFF2-40B4-BE49-F238E27FC236}">
                  <a16:creationId xmlns:a16="http://schemas.microsoft.com/office/drawing/2014/main" id="{80DF6EF6-2E62-A391-6C5C-7B2544EAD8AB}"/>
                </a:ext>
              </a:extLst>
            </p:cNvPr>
            <p:cNvSpPr/>
            <p:nvPr/>
          </p:nvSpPr>
          <p:spPr>
            <a:xfrm>
              <a:off x="2834458" y="5185822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C0FB03B8-2B6F-5B5C-4A1A-18A3D280989D}"/>
                </a:ext>
              </a:extLst>
            </p:cNvPr>
            <p:cNvSpPr/>
            <p:nvPr/>
          </p:nvSpPr>
          <p:spPr>
            <a:xfrm>
              <a:off x="3696324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7432E151-18E8-E242-E205-073315A77470}"/>
                </a:ext>
              </a:extLst>
            </p:cNvPr>
            <p:cNvSpPr/>
            <p:nvPr/>
          </p:nvSpPr>
          <p:spPr>
            <a:xfrm>
              <a:off x="4553837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아래쪽 24">
              <a:extLst>
                <a:ext uri="{FF2B5EF4-FFF2-40B4-BE49-F238E27FC236}">
                  <a16:creationId xmlns:a16="http://schemas.microsoft.com/office/drawing/2014/main" id="{0407589F-64A8-8784-BCD8-A8A2C33F9E8E}"/>
                </a:ext>
              </a:extLst>
            </p:cNvPr>
            <p:cNvSpPr/>
            <p:nvPr/>
          </p:nvSpPr>
          <p:spPr>
            <a:xfrm>
              <a:off x="5426746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화살표: 아래쪽 25">
              <a:extLst>
                <a:ext uri="{FF2B5EF4-FFF2-40B4-BE49-F238E27FC236}">
                  <a16:creationId xmlns:a16="http://schemas.microsoft.com/office/drawing/2014/main" id="{851018D1-5C27-1B43-FC26-B5CD78542305}"/>
                </a:ext>
              </a:extLst>
            </p:cNvPr>
            <p:cNvSpPr/>
            <p:nvPr/>
          </p:nvSpPr>
          <p:spPr>
            <a:xfrm>
              <a:off x="6266046" y="5178879"/>
              <a:ext cx="648072" cy="13688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29DC7C8-35BE-43CF-F8E1-ADC5805ACDE2}"/>
                </a:ext>
              </a:extLst>
            </p:cNvPr>
            <p:cNvSpPr txBox="1"/>
            <p:nvPr/>
          </p:nvSpPr>
          <p:spPr>
            <a:xfrm>
              <a:off x="3901438" y="5923764"/>
              <a:ext cx="136231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LR = 0 : L </a:t>
              </a:r>
              <a:r>
                <a:rPr lang="en-US" altLang="ko-KR" sz="1000" dirty="0">
                  <a:sym typeface="Wingdings" panose="05000000000000000000" pitchFamily="2" charset="2"/>
                </a:rPr>
                <a:t> R</a:t>
              </a:r>
            </a:p>
            <a:p>
              <a:r>
                <a:rPr lang="en-US" altLang="ko-KR" sz="1000" dirty="0">
                  <a:sym typeface="Wingdings" panose="05000000000000000000" pitchFamily="2" charset="2"/>
                </a:rPr>
                <a:t>LR = 1 : L  R</a:t>
              </a:r>
              <a:endParaRPr lang="ko-KR" altLang="en-US" sz="10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E70BD2-EB7C-471C-09AD-8BB55095CA7C}"/>
                </a:ext>
              </a:extLst>
            </p:cNvPr>
            <p:cNvSpPr txBox="1"/>
            <p:nvPr/>
          </p:nvSpPr>
          <p:spPr>
            <a:xfrm>
              <a:off x="6372200" y="5301208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512</a:t>
              </a:r>
              <a:endParaRPr lang="ko-KR" altLang="en-US" sz="10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C379A4-6A9B-3BF9-F73C-DDC1C50DD30C}"/>
                </a:ext>
              </a:extLst>
            </p:cNvPr>
            <p:cNvSpPr txBox="1"/>
            <p:nvPr/>
          </p:nvSpPr>
          <p:spPr>
            <a:xfrm>
              <a:off x="2123728" y="5301208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512</a:t>
              </a:r>
              <a:endParaRPr lang="ko-KR" altLang="en-US" sz="1000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37D4A09-4F79-A809-CEE5-8074F44A28F1}"/>
                </a:ext>
              </a:extLst>
            </p:cNvPr>
            <p:cNvSpPr txBox="1"/>
            <p:nvPr/>
          </p:nvSpPr>
          <p:spPr>
            <a:xfrm>
              <a:off x="455268" y="5522510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1536</a:t>
              </a:r>
              <a:endParaRPr lang="ko-KR" altLang="en-US" sz="10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4F18BDF-3AAD-FF3A-E57D-2659963D3045}"/>
                </a:ext>
              </a:extLst>
            </p:cNvPr>
            <p:cNvSpPr txBox="1"/>
            <p:nvPr/>
          </p:nvSpPr>
          <p:spPr>
            <a:xfrm>
              <a:off x="3140809" y="5713927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LR2 = 0</a:t>
              </a:r>
              <a:endParaRPr lang="ko-KR" altLang="en-US" sz="1000" dirty="0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278273D8-B90B-E55D-6F42-A68853A02B1F}"/>
                </a:ext>
              </a:extLst>
            </p:cNvPr>
            <p:cNvGrpSpPr/>
            <p:nvPr/>
          </p:nvGrpSpPr>
          <p:grpSpPr>
            <a:xfrm>
              <a:off x="6143145" y="4896279"/>
              <a:ext cx="1069798" cy="246221"/>
              <a:chOff x="7030592" y="4892060"/>
              <a:chExt cx="1069798" cy="246221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039A1B-B7FA-5043-F253-2791E9FC5EA7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DA0674-E506-AE7C-BAD6-78C221A43689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93AC82A-4FAA-2123-1EE4-FA7B4DC3198C}"/>
                </a:ext>
              </a:extLst>
            </p:cNvPr>
            <p:cNvGrpSpPr/>
            <p:nvPr/>
          </p:nvGrpSpPr>
          <p:grpSpPr>
            <a:xfrm>
              <a:off x="5343149" y="4898113"/>
              <a:ext cx="1069798" cy="246221"/>
              <a:chOff x="7030592" y="4892060"/>
              <a:chExt cx="1069798" cy="246221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3423C8-445D-F75A-1A7F-47B17800AEBC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F7391F1-290C-6B6E-1AD6-A349E8950B64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087AAC56-CF68-6E97-A60C-6B9F4619ADF9}"/>
                </a:ext>
              </a:extLst>
            </p:cNvPr>
            <p:cNvGrpSpPr/>
            <p:nvPr/>
          </p:nvGrpSpPr>
          <p:grpSpPr>
            <a:xfrm>
              <a:off x="4455702" y="4902332"/>
              <a:ext cx="1069798" cy="246221"/>
              <a:chOff x="7030592" y="4892060"/>
              <a:chExt cx="1069798" cy="246221"/>
            </a:xfrm>
          </p:grpSpPr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2869C48-18EA-30E9-5F4D-B197D3F45F44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21618F9-B267-EC72-E4BA-627A07350B20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1AC527F2-D000-F2C8-ECBA-E4046808513B}"/>
                </a:ext>
              </a:extLst>
            </p:cNvPr>
            <p:cNvGrpSpPr/>
            <p:nvPr/>
          </p:nvGrpSpPr>
          <p:grpSpPr>
            <a:xfrm>
              <a:off x="3612231" y="4900699"/>
              <a:ext cx="1069798" cy="246221"/>
              <a:chOff x="7030592" y="4892060"/>
              <a:chExt cx="1069798" cy="246221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ED1EF6E-6806-4735-6927-CFFAFDB59A6B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A93A9D2-5890-F702-6E2E-985AC09AA361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E1E4A4D9-B4E5-02C7-E845-64F7989445E1}"/>
                </a:ext>
              </a:extLst>
            </p:cNvPr>
            <p:cNvGrpSpPr/>
            <p:nvPr/>
          </p:nvGrpSpPr>
          <p:grpSpPr>
            <a:xfrm>
              <a:off x="2724784" y="4886158"/>
              <a:ext cx="1069798" cy="246221"/>
              <a:chOff x="7030592" y="4892060"/>
              <a:chExt cx="1069798" cy="246221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0644ED9-8856-9D9E-1C9B-6C521029F3A7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F371F68-1BBC-84F2-D438-C911CE59FC33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141BD674-659A-6901-1972-219FEA39FC7B}"/>
                </a:ext>
              </a:extLst>
            </p:cNvPr>
            <p:cNvGrpSpPr/>
            <p:nvPr/>
          </p:nvGrpSpPr>
          <p:grpSpPr>
            <a:xfrm>
              <a:off x="1924788" y="4906752"/>
              <a:ext cx="1069798" cy="246221"/>
              <a:chOff x="7030592" y="4892060"/>
              <a:chExt cx="1069798" cy="246221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C7EECE9-A7A0-4BF3-0B9E-97ADAB37BDCC}"/>
                  </a:ext>
                </a:extLst>
              </p:cNvPr>
              <p:cNvSpPr txBox="1"/>
              <p:nvPr/>
            </p:nvSpPr>
            <p:spPr>
              <a:xfrm>
                <a:off x="7647736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L</a:t>
                </a:r>
                <a:endParaRPr lang="ko-KR" altLang="en-US" sz="1000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B04C3CD-926A-3BAE-A782-5FC3DF0EB999}"/>
                  </a:ext>
                </a:extLst>
              </p:cNvPr>
              <p:cNvSpPr txBox="1"/>
              <p:nvPr/>
            </p:nvSpPr>
            <p:spPr>
              <a:xfrm>
                <a:off x="7030592" y="4892060"/>
                <a:ext cx="45265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000" dirty="0"/>
                  <a:t>R</a:t>
                </a:r>
                <a:endParaRPr lang="ko-KR" altLang="en-US" sz="1000" dirty="0"/>
              </a:p>
            </p:txBody>
          </p:sp>
        </p:grp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3385149F-A46E-6B88-49E2-6344963BB01F}"/>
                </a:ext>
              </a:extLst>
            </p:cNvPr>
            <p:cNvCxnSpPr/>
            <p:nvPr/>
          </p:nvCxnSpPr>
          <p:spPr>
            <a:xfrm flipH="1">
              <a:off x="971600" y="5661248"/>
              <a:ext cx="330705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755439B-8A48-35CD-11B3-630233CFA41F}"/>
                </a:ext>
              </a:extLst>
            </p:cNvPr>
            <p:cNvCxnSpPr/>
            <p:nvPr/>
          </p:nvCxnSpPr>
          <p:spPr>
            <a:xfrm flipH="1">
              <a:off x="4649321" y="5661248"/>
              <a:ext cx="3307055" cy="0"/>
            </a:xfrm>
            <a:prstGeom prst="straightConnector1">
              <a:avLst/>
            </a:prstGeom>
            <a:ln w="19050"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B2D96FD-8755-E099-362C-EB7E39C4A2C0}"/>
                </a:ext>
              </a:extLst>
            </p:cNvPr>
            <p:cNvSpPr txBox="1"/>
            <p:nvPr/>
          </p:nvSpPr>
          <p:spPr>
            <a:xfrm>
              <a:off x="8024848" y="5531426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1536</a:t>
              </a:r>
              <a:endParaRPr lang="ko-KR" altLang="en-US" sz="10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EF8C08C-9956-F828-770F-C9D3B6C66371}"/>
                </a:ext>
              </a:extLst>
            </p:cNvPr>
            <p:cNvSpPr txBox="1"/>
            <p:nvPr/>
          </p:nvSpPr>
          <p:spPr>
            <a:xfrm>
              <a:off x="5076056" y="5714317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/>
                <a:t>LR1 = 1</a:t>
              </a:r>
              <a:endParaRPr lang="ko-KR" altLang="en-US" sz="100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80E9612-2DC5-1381-11BB-1DC976EF4779}"/>
                </a:ext>
              </a:extLst>
            </p:cNvPr>
            <p:cNvSpPr txBox="1"/>
            <p:nvPr/>
          </p:nvSpPr>
          <p:spPr>
            <a:xfrm>
              <a:off x="4524798" y="4164451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STVR4</a:t>
              </a:r>
              <a:endParaRPr lang="ko-KR" altLang="en-US" sz="10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C92416B-90D0-9212-8201-12B6521B466C}"/>
                </a:ext>
              </a:extLst>
            </p:cNvPr>
            <p:cNvSpPr txBox="1"/>
            <p:nvPr/>
          </p:nvSpPr>
          <p:spPr>
            <a:xfrm>
              <a:off x="3774003" y="4164451"/>
              <a:ext cx="6480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STVL5</a:t>
              </a:r>
              <a:endParaRPr lang="ko-KR" altLang="en-US" sz="1000" dirty="0"/>
            </a:p>
          </p:txBody>
        </p:sp>
        <p:sp>
          <p:nvSpPr>
            <p:cNvPr id="68" name="화살표: 아래쪽 67">
              <a:extLst>
                <a:ext uri="{FF2B5EF4-FFF2-40B4-BE49-F238E27FC236}">
                  <a16:creationId xmlns:a16="http://schemas.microsoft.com/office/drawing/2014/main" id="{CF19BAC1-2E63-F756-0C09-BAB5B21F1B9A}"/>
                </a:ext>
              </a:extLst>
            </p:cNvPr>
            <p:cNvSpPr/>
            <p:nvPr/>
          </p:nvSpPr>
          <p:spPr>
            <a:xfrm>
              <a:off x="4609688" y="4405880"/>
              <a:ext cx="72341" cy="241995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화살표: 아래쪽 68">
              <a:extLst>
                <a:ext uri="{FF2B5EF4-FFF2-40B4-BE49-F238E27FC236}">
                  <a16:creationId xmlns:a16="http://schemas.microsoft.com/office/drawing/2014/main" id="{B7616765-262B-E25C-B81A-895D18068F56}"/>
                </a:ext>
              </a:extLst>
            </p:cNvPr>
            <p:cNvSpPr/>
            <p:nvPr/>
          </p:nvSpPr>
          <p:spPr>
            <a:xfrm>
              <a:off x="4244003" y="4405047"/>
              <a:ext cx="72341" cy="241995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40BF573E-E0EB-8576-8BAD-F288E151A9EF}"/>
                </a:ext>
              </a:extLst>
            </p:cNvPr>
            <p:cNvSpPr/>
            <p:nvPr/>
          </p:nvSpPr>
          <p:spPr>
            <a:xfrm>
              <a:off x="1263668" y="4262452"/>
              <a:ext cx="2637770" cy="258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STV SW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D48B2AF3-71E1-A72F-1477-A90429A2D1F4}"/>
                </a:ext>
              </a:extLst>
            </p:cNvPr>
            <p:cNvSpPr/>
            <p:nvPr/>
          </p:nvSpPr>
          <p:spPr>
            <a:xfrm>
              <a:off x="5009966" y="4262452"/>
              <a:ext cx="2637770" cy="258388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FF0000"/>
                  </a:solidFill>
                </a:rPr>
                <a:t>STV SW</a:t>
              </a:r>
              <a:endParaRPr lang="ko-KR" alt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CA2257A-387D-D0BD-3AFA-0BE67BF46665}"/>
                </a:ext>
              </a:extLst>
            </p:cNvPr>
            <p:cNvSpPr txBox="1"/>
            <p:nvPr/>
          </p:nvSpPr>
          <p:spPr>
            <a:xfrm>
              <a:off x="1489996" y="3861048"/>
              <a:ext cx="207389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STV_SEL_R1 = 0</a:t>
              </a:r>
            </a:p>
            <a:p>
              <a:pPr algn="ctr"/>
              <a:r>
                <a:rPr lang="en-US" altLang="ko-KR" sz="1000" dirty="0"/>
                <a:t>STV_SEL_L1 = 0</a:t>
              </a:r>
              <a:endParaRPr lang="ko-KR" altLang="en-US" sz="1000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5190463-D927-3A36-FE36-447C3578605C}"/>
                </a:ext>
              </a:extLst>
            </p:cNvPr>
            <p:cNvSpPr txBox="1"/>
            <p:nvPr/>
          </p:nvSpPr>
          <p:spPr>
            <a:xfrm>
              <a:off x="3429397" y="3356992"/>
              <a:ext cx="2073892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/>
                <a:t>STV_SEL_R1 = 0</a:t>
              </a:r>
            </a:p>
            <a:p>
              <a:pPr algn="ctr"/>
              <a:r>
                <a:rPr lang="en-US" altLang="ko-KR" sz="1000" dirty="0"/>
                <a:t>STV_SEL_L1 = 0</a:t>
              </a:r>
            </a:p>
            <a:p>
              <a:pPr algn="ctr"/>
              <a:r>
                <a:rPr lang="en-US" altLang="ko-KR" sz="1000" dirty="0"/>
                <a:t>STV_SEL_R2 = 1</a:t>
              </a:r>
            </a:p>
            <a:p>
              <a:pPr algn="ctr"/>
              <a:r>
                <a:rPr lang="en-US" altLang="ko-KR" sz="1000" dirty="0"/>
                <a:t>STV_SEL_L2 = 1</a:t>
              </a:r>
              <a:endParaRPr lang="ko-KR" altLang="en-US" sz="1000" dirty="0"/>
            </a:p>
            <a:p>
              <a:pPr algn="ctr"/>
              <a:endParaRPr lang="ko-KR" altLang="en-US" sz="1000" dirty="0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E3BD29B-CFA4-82A5-B315-15964E0161E0}"/>
              </a:ext>
            </a:extLst>
          </p:cNvPr>
          <p:cNvSpPr txBox="1"/>
          <p:nvPr/>
        </p:nvSpPr>
        <p:spPr>
          <a:xfrm>
            <a:off x="116145" y="2168094"/>
            <a:ext cx="2073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ADDR_SET_GATE : 0x0003</a:t>
            </a:r>
            <a:endParaRPr lang="ko-KR" altLang="en-US" sz="1000" dirty="0"/>
          </a:p>
        </p:txBody>
      </p:sp>
      <p:graphicFrame>
        <p:nvGraphicFramePr>
          <p:cNvPr id="78" name="표 78">
            <a:extLst>
              <a:ext uri="{FF2B5EF4-FFF2-40B4-BE49-F238E27FC236}">
                <a16:creationId xmlns:a16="http://schemas.microsoft.com/office/drawing/2014/main" id="{FCE5A9BB-5C75-75B0-4415-E35BC7BD748F}"/>
              </a:ext>
            </a:extLst>
          </p:cNvPr>
          <p:cNvGraphicFramePr>
            <a:graphicFrameLocks noGrp="1"/>
          </p:cNvGraphicFramePr>
          <p:nvPr/>
        </p:nvGraphicFramePr>
        <p:xfrm>
          <a:off x="455268" y="2427054"/>
          <a:ext cx="8217647" cy="548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3391">
                  <a:extLst>
                    <a:ext uri="{9D8B030D-6E8A-4147-A177-3AD203B41FA5}">
                      <a16:colId xmlns:a16="http://schemas.microsoft.com/office/drawing/2014/main" val="1242786678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526676184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777315325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4181741464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040923530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203261771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156944076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14577913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168693933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808755206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57380500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395297321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1770470663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507779181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956968266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2166312838"/>
                    </a:ext>
                  </a:extLst>
                </a:gridCol>
                <a:gridCol w="483391">
                  <a:extLst>
                    <a:ext uri="{9D8B030D-6E8A-4147-A177-3AD203B41FA5}">
                      <a16:colId xmlns:a16="http://schemas.microsoft.com/office/drawing/2014/main" val="35309212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ADDR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D15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D14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D13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D10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D09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D08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D07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D06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D05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D04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D03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D00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300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0x003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STV_SEL_R2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STV_SEL_L2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STV_SEL_R1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STV_SEL_L1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STV_SEL_H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x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LR2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LR1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OEPSN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STV_MODE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UD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SEL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CS2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CS1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MODE2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MODE1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33233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E66D03F-8B00-9EA0-F7FD-5D0D6BE65DD2}"/>
              </a:ext>
            </a:extLst>
          </p:cNvPr>
          <p:cNvSpPr txBox="1"/>
          <p:nvPr/>
        </p:nvSpPr>
        <p:spPr>
          <a:xfrm>
            <a:off x="6322747" y="430679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CN1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61000-4DF8-EC5B-7F26-4E2974FBF088}"/>
              </a:ext>
            </a:extLst>
          </p:cNvPr>
          <p:cNvSpPr txBox="1"/>
          <p:nvPr/>
        </p:nvSpPr>
        <p:spPr>
          <a:xfrm>
            <a:off x="5509954" y="4309855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CN2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09074-CD43-BE00-781E-02EB45B59549}"/>
              </a:ext>
            </a:extLst>
          </p:cNvPr>
          <p:cNvSpPr txBox="1"/>
          <p:nvPr/>
        </p:nvSpPr>
        <p:spPr>
          <a:xfrm>
            <a:off x="4682472" y="4304685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CN3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EBAC57-6244-00F6-95F3-5EF981E7F099}"/>
              </a:ext>
            </a:extLst>
          </p:cNvPr>
          <p:cNvSpPr txBox="1"/>
          <p:nvPr/>
        </p:nvSpPr>
        <p:spPr>
          <a:xfrm>
            <a:off x="3729140" y="430679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CN4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465E22-D6EB-B9A4-7DE4-23FDF3A30840}"/>
              </a:ext>
            </a:extLst>
          </p:cNvPr>
          <p:cNvSpPr txBox="1"/>
          <p:nvPr/>
        </p:nvSpPr>
        <p:spPr>
          <a:xfrm>
            <a:off x="2916347" y="4309855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CN5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D65AB4-CD49-6F00-BA97-6551069A8BBD}"/>
              </a:ext>
            </a:extLst>
          </p:cNvPr>
          <p:cNvSpPr txBox="1"/>
          <p:nvPr/>
        </p:nvSpPr>
        <p:spPr>
          <a:xfrm>
            <a:off x="2088865" y="4304685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CN6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E63E4C-A0BF-DAD6-B2E1-1E1E2F740D24}"/>
              </a:ext>
            </a:extLst>
          </p:cNvPr>
          <p:cNvSpPr txBox="1"/>
          <p:nvPr/>
        </p:nvSpPr>
        <p:spPr>
          <a:xfrm>
            <a:off x="6912688" y="4509120"/>
            <a:ext cx="7350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1,  STV_L1</a:t>
            </a:r>
            <a:endParaRPr lang="ko-KR" altLang="en-US" sz="10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C4D041FD-7CA7-6495-F0A8-176BA07B2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30" y="3150743"/>
            <a:ext cx="3496163" cy="885949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C494B2D-0E1A-8549-3AD2-952CDA1AE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524" y="1116453"/>
            <a:ext cx="1652818" cy="124318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FEDFBF2-9B01-F470-5202-2C53FAA9A426}"/>
              </a:ext>
            </a:extLst>
          </p:cNvPr>
          <p:cNvSpPr txBox="1"/>
          <p:nvPr/>
        </p:nvSpPr>
        <p:spPr>
          <a:xfrm>
            <a:off x="1037342" y="300368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6DC2B6-B787-D3E9-912C-432C311921BF}"/>
              </a:ext>
            </a:extLst>
          </p:cNvPr>
          <p:cNvSpPr txBox="1"/>
          <p:nvPr/>
        </p:nvSpPr>
        <p:spPr>
          <a:xfrm>
            <a:off x="1542504" y="300368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7ADAF8-3C3E-0E3A-C7BF-7CC57ABEC2B5}"/>
              </a:ext>
            </a:extLst>
          </p:cNvPr>
          <p:cNvSpPr txBox="1"/>
          <p:nvPr/>
        </p:nvSpPr>
        <p:spPr>
          <a:xfrm>
            <a:off x="2009399" y="2983972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9B3E4E-DAD2-0B5B-30BF-EA4B56B46924}"/>
              </a:ext>
            </a:extLst>
          </p:cNvPr>
          <p:cNvSpPr txBox="1"/>
          <p:nvPr/>
        </p:nvSpPr>
        <p:spPr>
          <a:xfrm>
            <a:off x="2476294" y="297431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2D2C8E8-19EC-429B-0ECB-AC170BDF91AF}"/>
              </a:ext>
            </a:extLst>
          </p:cNvPr>
          <p:cNvSpPr txBox="1"/>
          <p:nvPr/>
        </p:nvSpPr>
        <p:spPr>
          <a:xfrm>
            <a:off x="2940460" y="2964689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9F1F44C-2A0B-23E3-FCD5-631F87AE9B6E}"/>
              </a:ext>
            </a:extLst>
          </p:cNvPr>
          <p:cNvSpPr txBox="1"/>
          <p:nvPr/>
        </p:nvSpPr>
        <p:spPr>
          <a:xfrm>
            <a:off x="5036713" y="5847339"/>
            <a:ext cx="11499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LR 1/2 </a:t>
            </a:r>
          </a:p>
          <a:p>
            <a:r>
              <a:rPr lang="en-US" altLang="ko-KR" sz="1000" dirty="0"/>
              <a:t>0 = 540 </a:t>
            </a:r>
            <a:r>
              <a:rPr lang="en-US" altLang="ko-KR" sz="1000" dirty="0">
                <a:sym typeface="Wingdings" panose="05000000000000000000" pitchFamily="2" charset="2"/>
              </a:rPr>
              <a:t> 0</a:t>
            </a:r>
          </a:p>
          <a:p>
            <a:r>
              <a:rPr lang="en-US" altLang="ko-KR" sz="1000" dirty="0">
                <a:sym typeface="Wingdings" panose="05000000000000000000" pitchFamily="2" charset="2"/>
              </a:rPr>
              <a:t>1 = 1  541</a:t>
            </a:r>
            <a:endParaRPr lang="ko-KR" altLang="en-US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4154CC-99B2-5E3A-7C4E-267CD91D5F27}"/>
              </a:ext>
            </a:extLst>
          </p:cNvPr>
          <p:cNvSpPr txBox="1"/>
          <p:nvPr/>
        </p:nvSpPr>
        <p:spPr>
          <a:xfrm>
            <a:off x="3896292" y="2983972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360A902-F838-1A5D-BDEA-B91E51684F46}"/>
              </a:ext>
            </a:extLst>
          </p:cNvPr>
          <p:cNvSpPr txBox="1"/>
          <p:nvPr/>
        </p:nvSpPr>
        <p:spPr>
          <a:xfrm>
            <a:off x="4360458" y="2983972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F8C2BF-ED88-6E2D-F140-052138EE8835}"/>
              </a:ext>
            </a:extLst>
          </p:cNvPr>
          <p:cNvSpPr txBox="1"/>
          <p:nvPr/>
        </p:nvSpPr>
        <p:spPr>
          <a:xfrm>
            <a:off x="5891336" y="2955708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FCC81C-FF1E-3E44-E673-181AAC64AA7A}"/>
              </a:ext>
            </a:extLst>
          </p:cNvPr>
          <p:cNvSpPr txBox="1"/>
          <p:nvPr/>
        </p:nvSpPr>
        <p:spPr>
          <a:xfrm>
            <a:off x="4893795" y="299379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3EA4B3-B1B6-8952-F81F-281345F0B521}"/>
              </a:ext>
            </a:extLst>
          </p:cNvPr>
          <p:cNvSpPr txBox="1"/>
          <p:nvPr/>
        </p:nvSpPr>
        <p:spPr>
          <a:xfrm>
            <a:off x="5360690" y="2984136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41EE9-44A0-495C-B211-ABAF3F3DB00B}"/>
              </a:ext>
            </a:extLst>
          </p:cNvPr>
          <p:cNvSpPr txBox="1"/>
          <p:nvPr/>
        </p:nvSpPr>
        <p:spPr>
          <a:xfrm>
            <a:off x="6391479" y="2947312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05C7886-93DC-0713-8EC5-FF4DDDB25C9E}"/>
              </a:ext>
            </a:extLst>
          </p:cNvPr>
          <p:cNvSpPr txBox="1"/>
          <p:nvPr/>
        </p:nvSpPr>
        <p:spPr>
          <a:xfrm>
            <a:off x="6878084" y="2944625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C072BD-1DC5-38D3-141E-B8DF136B24C2}"/>
              </a:ext>
            </a:extLst>
          </p:cNvPr>
          <p:cNvSpPr txBox="1"/>
          <p:nvPr/>
        </p:nvSpPr>
        <p:spPr>
          <a:xfrm>
            <a:off x="7411421" y="2954447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0</a:t>
            </a:r>
            <a:endParaRPr lang="ko-KR" altLang="en-US" sz="10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1BC1F2-0CF6-32F4-0A71-DB9CC1A92791}"/>
              </a:ext>
            </a:extLst>
          </p:cNvPr>
          <p:cNvSpPr txBox="1"/>
          <p:nvPr/>
        </p:nvSpPr>
        <p:spPr>
          <a:xfrm>
            <a:off x="7811648" y="2957134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3277A3F-FA3A-962E-3952-04686D4E66EE}"/>
              </a:ext>
            </a:extLst>
          </p:cNvPr>
          <p:cNvSpPr txBox="1"/>
          <p:nvPr/>
        </p:nvSpPr>
        <p:spPr>
          <a:xfrm>
            <a:off x="8298253" y="2954447"/>
            <a:ext cx="4526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1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604750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24.04.02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42910-CE90-A934-7437-2161D0BEE1A8}"/>
              </a:ext>
            </a:extLst>
          </p:cNvPr>
          <p:cNvSpPr txBox="1"/>
          <p:nvPr/>
        </p:nvSpPr>
        <p:spPr>
          <a:xfrm>
            <a:off x="107504" y="787293"/>
            <a:ext cx="396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ROIC data BRAM </a:t>
            </a:r>
            <a:r>
              <a:rPr lang="ko-KR" altLang="en-US" sz="1200" dirty="0"/>
              <a:t>저장</a:t>
            </a:r>
            <a:endParaRPr lang="en-US" altLang="ko-KR" sz="12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6069DAF8-A4F7-3550-BCEC-637BFA2C9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045" y="1379717"/>
            <a:ext cx="6984776" cy="49753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48169B8-C257-285C-5A5B-29066AEB628F}"/>
              </a:ext>
            </a:extLst>
          </p:cNvPr>
          <p:cNvSpPr txBox="1"/>
          <p:nvPr/>
        </p:nvSpPr>
        <p:spPr>
          <a:xfrm>
            <a:off x="2663788" y="866552"/>
            <a:ext cx="43924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Burst 4pixel x 32 : 128 pixel 32bit (ROIC A,B mode)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A282062-D2D7-3157-91F1-AC72C939444B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4860032" y="1112773"/>
            <a:ext cx="108012" cy="352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화살표: 왼쪽/오른쪽 25">
            <a:extLst>
              <a:ext uri="{FF2B5EF4-FFF2-40B4-BE49-F238E27FC236}">
                <a16:creationId xmlns:a16="http://schemas.microsoft.com/office/drawing/2014/main" id="{0A97B5AA-1DE7-8DEB-28C8-424193212D11}"/>
              </a:ext>
            </a:extLst>
          </p:cNvPr>
          <p:cNvSpPr/>
          <p:nvPr/>
        </p:nvSpPr>
        <p:spPr>
          <a:xfrm>
            <a:off x="4644008" y="3122312"/>
            <a:ext cx="2508477" cy="23468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60us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30" name="화살표: 왼쪽/오른쪽 29">
            <a:extLst>
              <a:ext uri="{FF2B5EF4-FFF2-40B4-BE49-F238E27FC236}">
                <a16:creationId xmlns:a16="http://schemas.microsoft.com/office/drawing/2014/main" id="{894ED67E-143C-EB40-0D0C-54122632D663}"/>
              </a:ext>
            </a:extLst>
          </p:cNvPr>
          <p:cNvSpPr/>
          <p:nvPr/>
        </p:nvSpPr>
        <p:spPr>
          <a:xfrm>
            <a:off x="7152485" y="2652412"/>
            <a:ext cx="648072" cy="23468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15us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021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04D3F24-FDB7-22A1-6EFA-7CDE834CB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94" y="1931912"/>
            <a:ext cx="8326012" cy="195289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24.04.02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D42910-CE90-A934-7437-2161D0BEE1A8}"/>
              </a:ext>
            </a:extLst>
          </p:cNvPr>
          <p:cNvSpPr txBox="1"/>
          <p:nvPr/>
        </p:nvSpPr>
        <p:spPr>
          <a:xfrm>
            <a:off x="107504" y="787293"/>
            <a:ext cx="396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ROIC data BRAM to</a:t>
            </a:r>
            <a:r>
              <a:rPr lang="ko-KR" altLang="en-US" sz="1200" dirty="0"/>
              <a:t> </a:t>
            </a:r>
            <a:r>
              <a:rPr lang="en-US" altLang="ko-KR" sz="1200" dirty="0"/>
              <a:t>Csi2 Tx timing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8169B8-C257-285C-5A5B-29066AEB628F}"/>
              </a:ext>
            </a:extLst>
          </p:cNvPr>
          <p:cNvSpPr txBox="1"/>
          <p:nvPr/>
        </p:nvSpPr>
        <p:spPr>
          <a:xfrm>
            <a:off x="3707904" y="1268760"/>
            <a:ext cx="2088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BRAM read time </a:t>
            </a:r>
            <a:r>
              <a:rPr lang="ko-KR" altLang="en-US" sz="1000" dirty="0"/>
              <a:t>과 동일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 15us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A282062-D2D7-3157-91F1-AC72C939444B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4752020" y="1668870"/>
            <a:ext cx="0" cy="247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화살표: 왼쪽/오른쪽 25">
            <a:extLst>
              <a:ext uri="{FF2B5EF4-FFF2-40B4-BE49-F238E27FC236}">
                <a16:creationId xmlns:a16="http://schemas.microsoft.com/office/drawing/2014/main" id="{0A97B5AA-1DE7-8DEB-28C8-424193212D11}"/>
              </a:ext>
            </a:extLst>
          </p:cNvPr>
          <p:cNvSpPr/>
          <p:nvPr/>
        </p:nvSpPr>
        <p:spPr>
          <a:xfrm>
            <a:off x="4918974" y="2810643"/>
            <a:ext cx="1093215" cy="23468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64us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22" name="화살표: 왼쪽/오른쪽 21">
            <a:extLst>
              <a:ext uri="{FF2B5EF4-FFF2-40B4-BE49-F238E27FC236}">
                <a16:creationId xmlns:a16="http://schemas.microsoft.com/office/drawing/2014/main" id="{26419E78-0110-E979-0C0C-2C1ACD01BDBE}"/>
              </a:ext>
            </a:extLst>
          </p:cNvPr>
          <p:cNvSpPr/>
          <p:nvPr/>
        </p:nvSpPr>
        <p:spPr>
          <a:xfrm>
            <a:off x="3677801" y="3128280"/>
            <a:ext cx="966207" cy="234680"/>
          </a:xfrm>
          <a:prstGeom prst="left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rgbClr val="C00000"/>
                </a:solidFill>
              </a:rPr>
              <a:t>60us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8F455BD-14CC-3006-499F-C48BD48F6CB0}"/>
              </a:ext>
            </a:extLst>
          </p:cNvPr>
          <p:cNvSpPr/>
          <p:nvPr/>
        </p:nvSpPr>
        <p:spPr>
          <a:xfrm>
            <a:off x="3672276" y="2878782"/>
            <a:ext cx="966207" cy="23468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ROIC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Read</a:t>
            </a:r>
            <a:endParaRPr lang="ko-KR" altLang="en-US" sz="1000" b="1" dirty="0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CA40C34-72AF-5F4E-AED1-5225C5DCF7D5}"/>
              </a:ext>
            </a:extLst>
          </p:cNvPr>
          <p:cNvCxnSpPr>
            <a:cxnSpLocks/>
          </p:cNvCxnSpPr>
          <p:nvPr/>
        </p:nvCxnSpPr>
        <p:spPr>
          <a:xfrm>
            <a:off x="3635896" y="1988840"/>
            <a:ext cx="0" cy="180020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BF00A368-CD92-340B-1AA9-C389AB571342}"/>
              </a:ext>
            </a:extLst>
          </p:cNvPr>
          <p:cNvSpPr/>
          <p:nvPr/>
        </p:nvSpPr>
        <p:spPr>
          <a:xfrm>
            <a:off x="5364088" y="4005064"/>
            <a:ext cx="216024" cy="276999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D5809-8E72-E5CD-E239-C91A2DEB168D}"/>
              </a:ext>
            </a:extLst>
          </p:cNvPr>
          <p:cNvSpPr txBox="1"/>
          <p:nvPr/>
        </p:nvSpPr>
        <p:spPr>
          <a:xfrm>
            <a:off x="4427984" y="4343447"/>
            <a:ext cx="20882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2lane </a:t>
            </a:r>
            <a:r>
              <a:rPr lang="ko-KR" altLang="en-US" sz="1000" dirty="0"/>
              <a:t>기준</a:t>
            </a:r>
            <a:endParaRPr lang="en-US" altLang="ko-KR" sz="1000" dirty="0"/>
          </a:p>
          <a:p>
            <a:pPr algn="ctr"/>
            <a:r>
              <a:rPr lang="en-US" altLang="ko-KR" sz="1000" dirty="0"/>
              <a:t>4lane </a:t>
            </a:r>
            <a:r>
              <a:rPr lang="ko-KR" altLang="en-US" sz="1000" dirty="0"/>
              <a:t>시 </a:t>
            </a:r>
            <a:r>
              <a:rPr lang="en-US" altLang="ko-KR" sz="1000" dirty="0"/>
              <a:t>32us (</a:t>
            </a:r>
            <a:r>
              <a:rPr lang="ko-KR" altLang="en-US" sz="1000" dirty="0"/>
              <a:t>예상</a:t>
            </a:r>
            <a:r>
              <a:rPr lang="en-US" altLang="ko-KR" sz="1000" dirty="0"/>
              <a:t>)</a:t>
            </a:r>
          </a:p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분할 </a:t>
            </a:r>
            <a:r>
              <a:rPr lang="en-US" altLang="ko-KR" sz="1000" dirty="0"/>
              <a:t>1 CsI2 </a:t>
            </a:r>
            <a:r>
              <a:rPr lang="ko-KR" altLang="en-US" sz="1000" dirty="0"/>
              <a:t>기준이므로</a:t>
            </a:r>
            <a:endParaRPr lang="en-US" altLang="ko-KR" sz="1000" dirty="0"/>
          </a:p>
          <a:p>
            <a:pPr algn="ctr"/>
            <a:r>
              <a:rPr lang="en-US" altLang="ko-KR" sz="1000" dirty="0">
                <a:solidFill>
                  <a:srgbClr val="C00000"/>
                </a:solidFill>
              </a:rPr>
              <a:t>2 CsI2 </a:t>
            </a:r>
            <a:r>
              <a:rPr lang="ko-KR" altLang="en-US" sz="1000" dirty="0">
                <a:solidFill>
                  <a:srgbClr val="C00000"/>
                </a:solidFill>
              </a:rPr>
              <a:t>사용시 </a:t>
            </a:r>
            <a:r>
              <a:rPr lang="en-US" altLang="ko-KR" sz="1000" dirty="0">
                <a:solidFill>
                  <a:srgbClr val="C00000"/>
                </a:solidFill>
              </a:rPr>
              <a:t>16us</a:t>
            </a:r>
            <a:r>
              <a:rPr lang="ko-KR" altLang="en-US" sz="1000" dirty="0">
                <a:solidFill>
                  <a:srgbClr val="C00000"/>
                </a:solidFill>
              </a:rPr>
              <a:t> </a:t>
            </a:r>
            <a:r>
              <a:rPr lang="en-US" altLang="ko-KR" sz="1000" dirty="0">
                <a:solidFill>
                  <a:srgbClr val="C00000"/>
                </a:solidFill>
              </a:rPr>
              <a:t>(</a:t>
            </a:r>
            <a:r>
              <a:rPr lang="ko-KR" altLang="en-US" sz="1000" dirty="0">
                <a:solidFill>
                  <a:srgbClr val="C00000"/>
                </a:solidFill>
              </a:rPr>
              <a:t>예상</a:t>
            </a:r>
            <a:r>
              <a:rPr lang="en-US" altLang="ko-KR" sz="1000" dirty="0">
                <a:solidFill>
                  <a:srgbClr val="C00000"/>
                </a:solidFill>
              </a:rPr>
              <a:t>)</a:t>
            </a:r>
          </a:p>
          <a:p>
            <a:pPr algn="ctr"/>
            <a:r>
              <a:rPr lang="en-US" altLang="ko-KR" sz="1000" dirty="0">
                <a:solidFill>
                  <a:srgbClr val="C00000"/>
                </a:solidFill>
              </a:rPr>
              <a:t>MIPI line rate : 800Mbps </a:t>
            </a:r>
            <a:r>
              <a:rPr lang="ko-KR" altLang="en-US" sz="1000" dirty="0">
                <a:solidFill>
                  <a:srgbClr val="C00000"/>
                </a:solidFill>
              </a:rPr>
              <a:t>사용</a:t>
            </a:r>
            <a:endParaRPr lang="en-US" altLang="ko-KR" sz="1000" dirty="0">
              <a:solidFill>
                <a:srgbClr val="C0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C00000"/>
                </a:solidFill>
              </a:rPr>
              <a:t>1.5Gbps </a:t>
            </a:r>
            <a:r>
              <a:rPr lang="ko-KR" altLang="en-US" sz="1000" dirty="0">
                <a:solidFill>
                  <a:srgbClr val="C00000"/>
                </a:solidFill>
              </a:rPr>
              <a:t>사용시 추가 </a:t>
            </a:r>
            <a:r>
              <a:rPr lang="en-US" altLang="ko-KR" sz="1000" dirty="0">
                <a:solidFill>
                  <a:srgbClr val="C00000"/>
                </a:solidFill>
              </a:rPr>
              <a:t>Up </a:t>
            </a:r>
            <a:r>
              <a:rPr lang="ko-KR" altLang="en-US" sz="1000" dirty="0">
                <a:solidFill>
                  <a:srgbClr val="C00000"/>
                </a:solidFill>
              </a:rPr>
              <a:t>예상</a:t>
            </a:r>
            <a:endParaRPr lang="en-US" altLang="ko-KR" sz="1000" dirty="0">
              <a:solidFill>
                <a:srgbClr val="C00000"/>
              </a:solidFill>
            </a:endParaRPr>
          </a:p>
        </p:txBody>
      </p:sp>
      <p:sp>
        <p:nvSpPr>
          <p:cNvPr id="32" name="별: 꼭짓점 5개 31">
            <a:extLst>
              <a:ext uri="{FF2B5EF4-FFF2-40B4-BE49-F238E27FC236}">
                <a16:creationId xmlns:a16="http://schemas.microsoft.com/office/drawing/2014/main" id="{1145BF1F-E374-441C-CE3D-66DBEA543FEC}"/>
              </a:ext>
            </a:extLst>
          </p:cNvPr>
          <p:cNvSpPr/>
          <p:nvPr/>
        </p:nvSpPr>
        <p:spPr>
          <a:xfrm>
            <a:off x="6804248" y="4282063"/>
            <a:ext cx="144016" cy="155049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1DDB67-9247-1DC9-FD88-DBACD3B2E94F}"/>
              </a:ext>
            </a:extLst>
          </p:cNvPr>
          <p:cNvSpPr txBox="1"/>
          <p:nvPr/>
        </p:nvSpPr>
        <p:spPr>
          <a:xfrm>
            <a:off x="6646774" y="4198432"/>
            <a:ext cx="20882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/>
              <a:t>Frame rate optimize</a:t>
            </a:r>
            <a:r>
              <a:rPr lang="ko-KR" altLang="en-US" sz="1000" dirty="0"/>
              <a:t>필요</a:t>
            </a:r>
            <a:endParaRPr lang="en-US" altLang="ko-KR" sz="1000" dirty="0"/>
          </a:p>
          <a:p>
            <a:pPr algn="ctr"/>
            <a:r>
              <a:rPr lang="en-US" altLang="ko-KR" sz="1000" dirty="0"/>
              <a:t>ROIC read</a:t>
            </a:r>
            <a:r>
              <a:rPr lang="ko-KR" altLang="en-US" sz="1000" dirty="0"/>
              <a:t> 시점부터 병렬 </a:t>
            </a:r>
            <a:endParaRPr lang="en-US" altLang="ko-KR" sz="1000" dirty="0"/>
          </a:p>
          <a:p>
            <a:pPr algn="ctr"/>
            <a:r>
              <a:rPr lang="ko-KR" altLang="en-US" sz="1000" dirty="0"/>
              <a:t>처리할 수 있도록 구조 검토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714650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54" name="표 54">
            <a:extLst>
              <a:ext uri="{FF2B5EF4-FFF2-40B4-BE49-F238E27FC236}">
                <a16:creationId xmlns:a16="http://schemas.microsoft.com/office/drawing/2014/main" id="{82A76A82-EED5-A492-DBE7-8FEB27127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70755"/>
              </p:ext>
            </p:extLst>
          </p:nvPr>
        </p:nvGraphicFramePr>
        <p:xfrm>
          <a:off x="4066288" y="2331720"/>
          <a:ext cx="4788535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2447">
                  <a:extLst>
                    <a:ext uri="{9D8B030D-6E8A-4147-A177-3AD203B41FA5}">
                      <a16:colId xmlns:a16="http://schemas.microsoft.com/office/drawing/2014/main" val="666888335"/>
                    </a:ext>
                  </a:extLst>
                </a:gridCol>
                <a:gridCol w="849938">
                  <a:extLst>
                    <a:ext uri="{9D8B030D-6E8A-4147-A177-3AD203B41FA5}">
                      <a16:colId xmlns:a16="http://schemas.microsoft.com/office/drawing/2014/main" val="2942291954"/>
                    </a:ext>
                  </a:extLst>
                </a:gridCol>
                <a:gridCol w="849938">
                  <a:extLst>
                    <a:ext uri="{9D8B030D-6E8A-4147-A177-3AD203B41FA5}">
                      <a16:colId xmlns:a16="http://schemas.microsoft.com/office/drawing/2014/main" val="482134077"/>
                    </a:ext>
                  </a:extLst>
                </a:gridCol>
                <a:gridCol w="695404">
                  <a:extLst>
                    <a:ext uri="{9D8B030D-6E8A-4147-A177-3AD203B41FA5}">
                      <a16:colId xmlns:a16="http://schemas.microsoft.com/office/drawing/2014/main" val="2511346965"/>
                    </a:ext>
                  </a:extLst>
                </a:gridCol>
                <a:gridCol w="695404">
                  <a:extLst>
                    <a:ext uri="{9D8B030D-6E8A-4147-A177-3AD203B41FA5}">
                      <a16:colId xmlns:a16="http://schemas.microsoft.com/office/drawing/2014/main" val="2384488618"/>
                    </a:ext>
                  </a:extLst>
                </a:gridCol>
                <a:gridCol w="695404">
                  <a:extLst>
                    <a:ext uri="{9D8B030D-6E8A-4147-A177-3AD203B41FA5}">
                      <a16:colId xmlns:a16="http://schemas.microsoft.com/office/drawing/2014/main" val="119319199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Item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min.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typ.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max.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395771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Booting time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24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91416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Expose window time (III)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66653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Image</a:t>
                      </a:r>
                    </a:p>
                    <a:p>
                      <a:pPr latinLnBrk="1"/>
                      <a:r>
                        <a:rPr lang="en-US" altLang="ko-KR" sz="1000" dirty="0"/>
                        <a:t>Acquisition</a:t>
                      </a:r>
                    </a:p>
                    <a:p>
                      <a:pPr latinLnBrk="1"/>
                      <a:r>
                        <a:rPr lang="en-US" altLang="ko-KR" sz="1000" dirty="0"/>
                        <a:t>(IV + VI)</a:t>
                      </a:r>
                      <a:endParaRPr lang="ko-KR" altLang="en-US" sz="10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Wireless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1417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3.5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4.0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70606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1717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4.7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0905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Wired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1417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2.05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2.50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0953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1717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2.35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2.80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87374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Expose Request time (II)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0.5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89181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Image cycle time (@ III 0.5sec)</a:t>
                      </a:r>
                      <a:endParaRPr lang="ko-KR" altLang="en-US" sz="10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-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7180000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B88C05B5-E7DE-DCEF-EE8B-80CED5085300}"/>
              </a:ext>
            </a:extLst>
          </p:cNvPr>
          <p:cNvSpPr txBox="1"/>
          <p:nvPr/>
        </p:nvSpPr>
        <p:spPr>
          <a:xfrm>
            <a:off x="7927963" y="2085499"/>
            <a:ext cx="9181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000" dirty="0"/>
              <a:t>unit : sec</a:t>
            </a:r>
            <a:endParaRPr lang="ko-KR" altLang="en-US" sz="1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9BE6AC2-1582-AB96-3DBE-C570A8658D00}"/>
              </a:ext>
            </a:extLst>
          </p:cNvPr>
          <p:cNvGrpSpPr/>
          <p:nvPr/>
        </p:nvGrpSpPr>
        <p:grpSpPr>
          <a:xfrm>
            <a:off x="44667" y="1077915"/>
            <a:ext cx="3725249" cy="4793840"/>
            <a:chOff x="44667" y="1077915"/>
            <a:chExt cx="3725249" cy="4793840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E5F35BF4-2FEE-BABC-BEB0-1D4CD87ACDC8}"/>
                </a:ext>
              </a:extLst>
            </p:cNvPr>
            <p:cNvSpPr/>
            <p:nvPr/>
          </p:nvSpPr>
          <p:spPr>
            <a:xfrm>
              <a:off x="1187624" y="1124744"/>
              <a:ext cx="1296144" cy="276999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Exposure</a:t>
              </a:r>
              <a:endParaRPr lang="ko-KR" altLang="en-US" sz="1200" b="1" dirty="0">
                <a:solidFill>
                  <a:srgbClr val="002060"/>
                </a:solidFill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86A488FD-1EC7-0C0C-2C2E-628DF24665A6}"/>
                </a:ext>
              </a:extLst>
            </p:cNvPr>
            <p:cNvSpPr/>
            <p:nvPr/>
          </p:nvSpPr>
          <p:spPr>
            <a:xfrm>
              <a:off x="1187624" y="5594756"/>
              <a:ext cx="1296144" cy="276999"/>
            </a:xfrm>
            <a:prstGeom prst="round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Image Display</a:t>
              </a:r>
              <a:endParaRPr lang="ko-KR" altLang="en-US" sz="1200" b="1" dirty="0">
                <a:solidFill>
                  <a:srgbClr val="00206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D6FEA8E-9281-3D6D-5CC2-C37AC6B7CB29}"/>
                </a:ext>
              </a:extLst>
            </p:cNvPr>
            <p:cNvSpPr/>
            <p:nvPr/>
          </p:nvSpPr>
          <p:spPr>
            <a:xfrm>
              <a:off x="1007604" y="1700808"/>
              <a:ext cx="1656184" cy="276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I</a:t>
              </a:r>
              <a:r>
                <a:rPr lang="en-US" altLang="ko-KR" sz="1200" dirty="0">
                  <a:solidFill>
                    <a:srgbClr val="002060"/>
                  </a:solidFill>
                </a:rPr>
                <a:t> System Response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A73784B-EFD7-2C25-3050-D915755F0045}"/>
                </a:ext>
              </a:extLst>
            </p:cNvPr>
            <p:cNvSpPr/>
            <p:nvPr/>
          </p:nvSpPr>
          <p:spPr>
            <a:xfrm>
              <a:off x="1007604" y="2276872"/>
              <a:ext cx="1656184" cy="27699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II</a:t>
              </a:r>
              <a:r>
                <a:rPr lang="en-US" altLang="ko-KR" sz="1200" dirty="0">
                  <a:solidFill>
                    <a:srgbClr val="002060"/>
                  </a:solidFill>
                </a:rPr>
                <a:t> Expose Request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B8E80F8-3191-8845-727A-4348C2BBCFAD}"/>
                </a:ext>
              </a:extLst>
            </p:cNvPr>
            <p:cNvSpPr/>
            <p:nvPr/>
          </p:nvSpPr>
          <p:spPr>
            <a:xfrm>
              <a:off x="1007604" y="2759935"/>
              <a:ext cx="1656184" cy="27699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III</a:t>
              </a:r>
              <a:r>
                <a:rPr lang="en-US" altLang="ko-KR" sz="1200" dirty="0">
                  <a:solidFill>
                    <a:srgbClr val="002060"/>
                  </a:solidFill>
                </a:rPr>
                <a:t> X-ray shot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D243524-225D-64BC-3272-B12403272A0B}"/>
                </a:ext>
              </a:extLst>
            </p:cNvPr>
            <p:cNvSpPr/>
            <p:nvPr/>
          </p:nvSpPr>
          <p:spPr>
            <a:xfrm>
              <a:off x="1007604" y="3249482"/>
              <a:ext cx="1656184" cy="27699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IV</a:t>
              </a:r>
              <a:r>
                <a:rPr lang="en-US" altLang="ko-KR" sz="1200" dirty="0">
                  <a:solidFill>
                    <a:srgbClr val="002060"/>
                  </a:solidFill>
                </a:rPr>
                <a:t> Read out Image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8391DB2-48E8-338F-410F-4DE377CB4569}"/>
                </a:ext>
              </a:extLst>
            </p:cNvPr>
            <p:cNvSpPr/>
            <p:nvPr/>
          </p:nvSpPr>
          <p:spPr>
            <a:xfrm>
              <a:off x="1007604" y="4219171"/>
              <a:ext cx="1656184" cy="27699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VI</a:t>
              </a:r>
              <a:r>
                <a:rPr lang="en-US" altLang="ko-KR" sz="1200" dirty="0">
                  <a:solidFill>
                    <a:srgbClr val="002060"/>
                  </a:solidFill>
                </a:rPr>
                <a:t> Data Transfer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D33C0F6-8476-7A94-5848-B24C924C880F}"/>
                </a:ext>
              </a:extLst>
            </p:cNvPr>
            <p:cNvSpPr/>
            <p:nvPr/>
          </p:nvSpPr>
          <p:spPr>
            <a:xfrm>
              <a:off x="1007604" y="4966710"/>
              <a:ext cx="1656184" cy="276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VII</a:t>
              </a:r>
              <a:r>
                <a:rPr lang="en-US" altLang="ko-KR" sz="1200" dirty="0">
                  <a:solidFill>
                    <a:srgbClr val="002060"/>
                  </a:solidFill>
                </a:rPr>
                <a:t> Console proc.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E767EC2-47D3-7A21-550B-9709E1750949}"/>
                </a:ext>
              </a:extLst>
            </p:cNvPr>
            <p:cNvSpPr/>
            <p:nvPr/>
          </p:nvSpPr>
          <p:spPr>
            <a:xfrm>
              <a:off x="1655676" y="3736108"/>
              <a:ext cx="1656184" cy="27699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solidFill>
                    <a:srgbClr val="002060"/>
                  </a:solidFill>
                </a:rPr>
                <a:t>V</a:t>
              </a:r>
              <a:r>
                <a:rPr lang="en-US" altLang="ko-KR" sz="1200" dirty="0">
                  <a:solidFill>
                    <a:srgbClr val="002060"/>
                  </a:solidFill>
                </a:rPr>
                <a:t> Panel stable proc.</a:t>
              </a:r>
              <a:endParaRPr lang="ko-KR" altLang="en-US" sz="1200" dirty="0">
                <a:solidFill>
                  <a:srgbClr val="002060"/>
                </a:solidFill>
              </a:endParaRP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B0EF291-44ED-ED96-F4DB-AB2B1D2A23C5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>
              <a:off x="1835696" y="1401743"/>
              <a:ext cx="0" cy="299065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D0CFFA67-B812-EEC8-C6D7-A0DC5F753872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1835696" y="1977807"/>
              <a:ext cx="0" cy="299065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B708F594-73A0-CF51-66FE-B3D092E79F10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1835696" y="2553871"/>
              <a:ext cx="0" cy="206064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898B2E1-F09E-0086-B656-544040E09E14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>
              <a:off x="1835696" y="3036934"/>
              <a:ext cx="0" cy="212548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13E9133B-3880-4AA6-BE13-8722192F72C4}"/>
                </a:ext>
              </a:extLst>
            </p:cNvPr>
            <p:cNvCxnSpPr>
              <a:cxnSpLocks/>
            </p:cNvCxnSpPr>
            <p:nvPr/>
          </p:nvCxnSpPr>
          <p:spPr>
            <a:xfrm>
              <a:off x="1403648" y="3526481"/>
              <a:ext cx="0" cy="692690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61564675-A202-ED23-5535-F29126149DE1}"/>
                </a:ext>
              </a:extLst>
            </p:cNvPr>
            <p:cNvCxnSpPr>
              <a:cxnSpLocks/>
            </p:cNvCxnSpPr>
            <p:nvPr/>
          </p:nvCxnSpPr>
          <p:spPr>
            <a:xfrm>
              <a:off x="2195736" y="3526481"/>
              <a:ext cx="0" cy="209627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6969B3A6-6E3E-1E03-A9FE-AA8AB8F564CB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1835696" y="4496170"/>
              <a:ext cx="0" cy="470540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3D6C0D6D-6F8D-7CEA-D104-549FD0947675}"/>
                </a:ext>
              </a:extLst>
            </p:cNvPr>
            <p:cNvCxnSpPr>
              <a:cxnSpLocks/>
              <a:stCxn id="18" idx="2"/>
              <a:endCxn id="10" idx="0"/>
            </p:cNvCxnSpPr>
            <p:nvPr/>
          </p:nvCxnSpPr>
          <p:spPr>
            <a:xfrm>
              <a:off x="1835696" y="5243709"/>
              <a:ext cx="0" cy="351047"/>
            </a:xfrm>
            <a:prstGeom prst="straightConnector1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번개 46">
              <a:extLst>
                <a:ext uri="{FF2B5EF4-FFF2-40B4-BE49-F238E27FC236}">
                  <a16:creationId xmlns:a16="http://schemas.microsoft.com/office/drawing/2014/main" id="{DA13D673-3CFE-CC69-C9FB-EE1B1861BAA2}"/>
                </a:ext>
              </a:extLst>
            </p:cNvPr>
            <p:cNvSpPr/>
            <p:nvPr/>
          </p:nvSpPr>
          <p:spPr>
            <a:xfrm flipH="1">
              <a:off x="2663788" y="2545115"/>
              <a:ext cx="396042" cy="369332"/>
            </a:xfrm>
            <a:prstGeom prst="lightningBol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02053822-F17F-B3EB-226E-5597F21C34FA}"/>
                </a:ext>
              </a:extLst>
            </p:cNvPr>
            <p:cNvSpPr/>
            <p:nvPr/>
          </p:nvSpPr>
          <p:spPr>
            <a:xfrm>
              <a:off x="2542447" y="2856705"/>
              <a:ext cx="1080121" cy="2769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002060"/>
                  </a:solidFill>
                </a:rPr>
                <a:t>Window Time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10B7A8E9-C7A8-AAB4-7643-28B11C6E998C}"/>
                </a:ext>
              </a:extLst>
            </p:cNvPr>
            <p:cNvSpPr/>
            <p:nvPr/>
          </p:nvSpPr>
          <p:spPr>
            <a:xfrm>
              <a:off x="2542447" y="3267415"/>
              <a:ext cx="1080121" cy="2769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002060"/>
                  </a:solidFill>
                </a:rPr>
                <a:t>Sensor Panel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1BD065C4-D918-8DBB-5447-D626E2B73D5C}"/>
                </a:ext>
              </a:extLst>
            </p:cNvPr>
            <p:cNvSpPr/>
            <p:nvPr/>
          </p:nvSpPr>
          <p:spPr>
            <a:xfrm>
              <a:off x="2395100" y="3927132"/>
              <a:ext cx="1374816" cy="2769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002060"/>
                  </a:solidFill>
                </a:rPr>
                <a:t>Internal Processing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AAFA1B92-E51F-04B6-42C5-5AAB5908F7F7}"/>
                </a:ext>
              </a:extLst>
            </p:cNvPr>
            <p:cNvSpPr/>
            <p:nvPr/>
          </p:nvSpPr>
          <p:spPr>
            <a:xfrm>
              <a:off x="1707692" y="4474522"/>
              <a:ext cx="1374816" cy="2769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002060"/>
                  </a:solidFill>
                </a:rPr>
                <a:t>to Work station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16B61C89-BA9E-9F52-B66B-B881AC4EFD5E}"/>
                </a:ext>
              </a:extLst>
            </p:cNvPr>
            <p:cNvSpPr/>
            <p:nvPr/>
          </p:nvSpPr>
          <p:spPr>
            <a:xfrm>
              <a:off x="2231739" y="5219921"/>
              <a:ext cx="1080121" cy="276999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002060"/>
                  </a:solidFill>
                </a:rPr>
                <a:t>work station Processing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C58E1DA-0B8E-07D1-5B56-551C36C14629}"/>
                </a:ext>
              </a:extLst>
            </p:cNvPr>
            <p:cNvSpPr txBox="1"/>
            <p:nvPr/>
          </p:nvSpPr>
          <p:spPr>
            <a:xfrm>
              <a:off x="44667" y="1077915"/>
              <a:ext cx="91810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000" b="1" dirty="0">
                  <a:solidFill>
                    <a:srgbClr val="002060"/>
                  </a:solidFill>
                </a:rPr>
                <a:t>Hand switch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BA75770-A6C7-5177-DE4E-92FC769571BF}"/>
                </a:ext>
              </a:extLst>
            </p:cNvPr>
            <p:cNvSpPr txBox="1"/>
            <p:nvPr/>
          </p:nvSpPr>
          <p:spPr>
            <a:xfrm>
              <a:off x="44667" y="1606383"/>
              <a:ext cx="9181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000" b="1" dirty="0">
                  <a:solidFill>
                    <a:srgbClr val="002060"/>
                  </a:solidFill>
                </a:rPr>
                <a:t>HVG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B83FCED2-7C47-39F6-B9E1-EAD34647B4E1}"/>
                </a:ext>
              </a:extLst>
            </p:cNvPr>
            <p:cNvCxnSpPr>
              <a:cxnSpLocks/>
            </p:cNvCxnSpPr>
            <p:nvPr/>
          </p:nvCxnSpPr>
          <p:spPr>
            <a:xfrm>
              <a:off x="503719" y="2127339"/>
              <a:ext cx="503885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88A87B2-8F2C-1ADE-2B0E-0E8CC5F3DDF4}"/>
                </a:ext>
              </a:extLst>
            </p:cNvPr>
            <p:cNvCxnSpPr>
              <a:cxnSpLocks/>
            </p:cNvCxnSpPr>
            <p:nvPr/>
          </p:nvCxnSpPr>
          <p:spPr>
            <a:xfrm>
              <a:off x="503719" y="4634791"/>
              <a:ext cx="503885" cy="0"/>
            </a:xfrm>
            <a:prstGeom prst="line">
              <a:avLst/>
            </a:prstGeom>
            <a:ln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C547EC-40A0-CC9A-8C67-3529899CA5E9}"/>
                </a:ext>
              </a:extLst>
            </p:cNvPr>
            <p:cNvSpPr txBox="1"/>
            <p:nvPr/>
          </p:nvSpPr>
          <p:spPr>
            <a:xfrm>
              <a:off x="44667" y="3327350"/>
              <a:ext cx="9181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000" b="1" dirty="0">
                  <a:solidFill>
                    <a:srgbClr val="002060"/>
                  </a:solidFill>
                </a:rPr>
                <a:t>Detector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9F41F733-E447-4E48-3935-7159D4371B05}"/>
                </a:ext>
              </a:extLst>
            </p:cNvPr>
            <p:cNvCxnSpPr/>
            <p:nvPr/>
          </p:nvCxnSpPr>
          <p:spPr>
            <a:xfrm>
              <a:off x="827584" y="2170188"/>
              <a:ext cx="0" cy="244283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54A0FB7-1F68-2798-9E8D-98CB969571AA}"/>
                </a:ext>
              </a:extLst>
            </p:cNvPr>
            <p:cNvSpPr txBox="1"/>
            <p:nvPr/>
          </p:nvSpPr>
          <p:spPr>
            <a:xfrm>
              <a:off x="45305" y="4966710"/>
              <a:ext cx="9181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000" b="1" dirty="0">
                  <a:solidFill>
                    <a:srgbClr val="002060"/>
                  </a:solidFill>
                </a:rPr>
                <a:t>PC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38A0ED9-425F-24A9-AA58-B98F0A6D5816}"/>
                </a:ext>
              </a:extLst>
            </p:cNvPr>
            <p:cNvSpPr txBox="1"/>
            <p:nvPr/>
          </p:nvSpPr>
          <p:spPr>
            <a:xfrm>
              <a:off x="44667" y="5598220"/>
              <a:ext cx="91810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latinLnBrk="1"/>
              <a:r>
                <a:rPr lang="en-US" altLang="ko-KR" sz="1000" b="1" dirty="0">
                  <a:solidFill>
                    <a:srgbClr val="002060"/>
                  </a:solidFill>
                </a:rPr>
                <a:t>Monitor</a:t>
              </a:r>
              <a:endParaRPr lang="ko-KR" altLang="en-US" sz="10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3603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3527B3-3E26-CCEE-869D-A8CE3DC6F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5842"/>
            <a:ext cx="9144000" cy="19008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9978E2-D5BA-6259-F495-0184C1AE24AC}"/>
              </a:ext>
            </a:extLst>
          </p:cNvPr>
          <p:cNvSpPr txBox="1"/>
          <p:nvPr/>
        </p:nvSpPr>
        <p:spPr>
          <a:xfrm>
            <a:off x="134739" y="764704"/>
            <a:ext cx="62426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ROIC</a:t>
            </a:r>
            <a:r>
              <a:rPr lang="ko-KR" altLang="en-US" sz="1200" b="1" dirty="0"/>
              <a:t> </a:t>
            </a:r>
            <a:r>
              <a:rPr lang="en-US" altLang="ko-KR" sz="1200" b="1"/>
              <a:t>timing</a:t>
            </a:r>
            <a:endParaRPr lang="en-US" altLang="ko-KR" sz="1200" b="1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ACD10A8-02E4-2911-756B-CFD0D1E3A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5" y="3092632"/>
            <a:ext cx="8392696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991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587DA-DAB1-C226-A552-48BA8FE3D765}"/>
              </a:ext>
            </a:extLst>
          </p:cNvPr>
          <p:cNvSpPr txBox="1"/>
          <p:nvPr/>
        </p:nvSpPr>
        <p:spPr>
          <a:xfrm>
            <a:off x="1115616" y="692696"/>
            <a:ext cx="13596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100" b="1" dirty="0" err="1"/>
              <a:t>roic_gate_drv</a:t>
            </a:r>
            <a:endParaRPr lang="ko-KR" altLang="en-US" sz="1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8BF8B-AECB-B739-A06A-CB102FD7B952}"/>
              </a:ext>
            </a:extLst>
          </p:cNvPr>
          <p:cNvSpPr txBox="1"/>
          <p:nvPr/>
        </p:nvSpPr>
        <p:spPr>
          <a:xfrm>
            <a:off x="1403648" y="1284149"/>
            <a:ext cx="2337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+mn-ea"/>
              </a:rPr>
              <a:t>Driving Signal Generation Principle</a:t>
            </a:r>
          </a:p>
        </p:txBody>
      </p:sp>
      <p:sp>
        <p:nvSpPr>
          <p:cNvPr id="9" name="육각형 8">
            <a:extLst>
              <a:ext uri="{FF2B5EF4-FFF2-40B4-BE49-F238E27FC236}">
                <a16:creationId xmlns:a16="http://schemas.microsoft.com/office/drawing/2014/main" id="{6E8B3BA5-A3AE-6ED1-8747-54787BA624B9}"/>
              </a:ext>
            </a:extLst>
          </p:cNvPr>
          <p:cNvSpPr/>
          <p:nvPr/>
        </p:nvSpPr>
        <p:spPr>
          <a:xfrm>
            <a:off x="855452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육각형 9">
            <a:extLst>
              <a:ext uri="{FF2B5EF4-FFF2-40B4-BE49-F238E27FC236}">
                <a16:creationId xmlns:a16="http://schemas.microsoft.com/office/drawing/2014/main" id="{6463C4F7-36A8-E182-40F0-B1C4FD985EE4}"/>
              </a:ext>
            </a:extLst>
          </p:cNvPr>
          <p:cNvSpPr/>
          <p:nvPr/>
        </p:nvSpPr>
        <p:spPr>
          <a:xfrm>
            <a:off x="110750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육각형 10">
            <a:extLst>
              <a:ext uri="{FF2B5EF4-FFF2-40B4-BE49-F238E27FC236}">
                <a16:creationId xmlns:a16="http://schemas.microsoft.com/office/drawing/2014/main" id="{B6007658-B2D9-74D5-4E8B-6EDB0E74315F}"/>
              </a:ext>
            </a:extLst>
          </p:cNvPr>
          <p:cNvSpPr/>
          <p:nvPr/>
        </p:nvSpPr>
        <p:spPr>
          <a:xfrm>
            <a:off x="135950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육각형 11">
            <a:extLst>
              <a:ext uri="{FF2B5EF4-FFF2-40B4-BE49-F238E27FC236}">
                <a16:creationId xmlns:a16="http://schemas.microsoft.com/office/drawing/2014/main" id="{EA4C4186-268F-C999-87B9-E3D75EA8E061}"/>
              </a:ext>
            </a:extLst>
          </p:cNvPr>
          <p:cNvSpPr/>
          <p:nvPr/>
        </p:nvSpPr>
        <p:spPr>
          <a:xfrm>
            <a:off x="1611564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3" name="육각형 12">
            <a:extLst>
              <a:ext uri="{FF2B5EF4-FFF2-40B4-BE49-F238E27FC236}">
                <a16:creationId xmlns:a16="http://schemas.microsoft.com/office/drawing/2014/main" id="{31375724-8817-78C1-CD8D-7DBD9221BBE4}"/>
              </a:ext>
            </a:extLst>
          </p:cNvPr>
          <p:cNvSpPr/>
          <p:nvPr/>
        </p:nvSpPr>
        <p:spPr>
          <a:xfrm>
            <a:off x="1863564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육각형 13">
            <a:extLst>
              <a:ext uri="{FF2B5EF4-FFF2-40B4-BE49-F238E27FC236}">
                <a16:creationId xmlns:a16="http://schemas.microsoft.com/office/drawing/2014/main" id="{2DE3B26F-8AA4-0D1E-101A-6328A1416E0C}"/>
              </a:ext>
            </a:extLst>
          </p:cNvPr>
          <p:cNvSpPr/>
          <p:nvPr/>
        </p:nvSpPr>
        <p:spPr>
          <a:xfrm>
            <a:off x="2115620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5" name="육각형 14">
            <a:extLst>
              <a:ext uri="{FF2B5EF4-FFF2-40B4-BE49-F238E27FC236}">
                <a16:creationId xmlns:a16="http://schemas.microsoft.com/office/drawing/2014/main" id="{416866ED-CE38-1F1E-DF8D-FFB9A21E1298}"/>
              </a:ext>
            </a:extLst>
          </p:cNvPr>
          <p:cNvSpPr/>
          <p:nvPr/>
        </p:nvSpPr>
        <p:spPr>
          <a:xfrm>
            <a:off x="2367620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6" name="육각형 15">
            <a:extLst>
              <a:ext uri="{FF2B5EF4-FFF2-40B4-BE49-F238E27FC236}">
                <a16:creationId xmlns:a16="http://schemas.microsoft.com/office/drawing/2014/main" id="{749E21BD-7AB0-2039-9D3F-314A990370C2}"/>
              </a:ext>
            </a:extLst>
          </p:cNvPr>
          <p:cNvSpPr/>
          <p:nvPr/>
        </p:nvSpPr>
        <p:spPr>
          <a:xfrm>
            <a:off x="2619676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7" name="육각형 16">
            <a:extLst>
              <a:ext uri="{FF2B5EF4-FFF2-40B4-BE49-F238E27FC236}">
                <a16:creationId xmlns:a16="http://schemas.microsoft.com/office/drawing/2014/main" id="{6D563031-3BA3-A37F-3C43-C90BFB9A5BB2}"/>
              </a:ext>
            </a:extLst>
          </p:cNvPr>
          <p:cNvSpPr/>
          <p:nvPr/>
        </p:nvSpPr>
        <p:spPr>
          <a:xfrm>
            <a:off x="2871676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8" name="육각형 17">
            <a:extLst>
              <a:ext uri="{FF2B5EF4-FFF2-40B4-BE49-F238E27FC236}">
                <a16:creationId xmlns:a16="http://schemas.microsoft.com/office/drawing/2014/main" id="{4D50237A-8EA9-30B3-1B48-E47EC58ABD70}"/>
              </a:ext>
            </a:extLst>
          </p:cNvPr>
          <p:cNvSpPr/>
          <p:nvPr/>
        </p:nvSpPr>
        <p:spPr>
          <a:xfrm>
            <a:off x="3123732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9" name="육각형 18">
            <a:extLst>
              <a:ext uri="{FF2B5EF4-FFF2-40B4-BE49-F238E27FC236}">
                <a16:creationId xmlns:a16="http://schemas.microsoft.com/office/drawing/2014/main" id="{335E88A7-7CA9-7DAF-DFAC-E047791F3457}"/>
              </a:ext>
            </a:extLst>
          </p:cNvPr>
          <p:cNvSpPr/>
          <p:nvPr/>
        </p:nvSpPr>
        <p:spPr>
          <a:xfrm>
            <a:off x="337578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0" name="육각형 19">
            <a:extLst>
              <a:ext uri="{FF2B5EF4-FFF2-40B4-BE49-F238E27FC236}">
                <a16:creationId xmlns:a16="http://schemas.microsoft.com/office/drawing/2014/main" id="{DF87ECFC-926C-0F78-781A-F7487FF3E422}"/>
              </a:ext>
            </a:extLst>
          </p:cNvPr>
          <p:cNvSpPr/>
          <p:nvPr/>
        </p:nvSpPr>
        <p:spPr>
          <a:xfrm>
            <a:off x="362778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1" name="육각형 20">
            <a:extLst>
              <a:ext uri="{FF2B5EF4-FFF2-40B4-BE49-F238E27FC236}">
                <a16:creationId xmlns:a16="http://schemas.microsoft.com/office/drawing/2014/main" id="{A8D5B612-443F-0C7F-1177-3064EB25AC11}"/>
              </a:ext>
            </a:extLst>
          </p:cNvPr>
          <p:cNvSpPr/>
          <p:nvPr/>
        </p:nvSpPr>
        <p:spPr>
          <a:xfrm>
            <a:off x="3879844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2" name="육각형 21">
            <a:extLst>
              <a:ext uri="{FF2B5EF4-FFF2-40B4-BE49-F238E27FC236}">
                <a16:creationId xmlns:a16="http://schemas.microsoft.com/office/drawing/2014/main" id="{9198A201-A88F-12D1-D293-380A76AF12BA}"/>
              </a:ext>
            </a:extLst>
          </p:cNvPr>
          <p:cNvSpPr/>
          <p:nvPr/>
        </p:nvSpPr>
        <p:spPr>
          <a:xfrm>
            <a:off x="4131844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3" name="육각형 22">
            <a:extLst>
              <a:ext uri="{FF2B5EF4-FFF2-40B4-BE49-F238E27FC236}">
                <a16:creationId xmlns:a16="http://schemas.microsoft.com/office/drawing/2014/main" id="{D2E94DDC-10C3-EEB8-9B64-5A4893059551}"/>
              </a:ext>
            </a:extLst>
          </p:cNvPr>
          <p:cNvSpPr/>
          <p:nvPr/>
        </p:nvSpPr>
        <p:spPr>
          <a:xfrm>
            <a:off x="4383844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4" name="육각형 23">
            <a:extLst>
              <a:ext uri="{FF2B5EF4-FFF2-40B4-BE49-F238E27FC236}">
                <a16:creationId xmlns:a16="http://schemas.microsoft.com/office/drawing/2014/main" id="{7533F491-3290-3D59-FE4F-D8FE97B3A985}"/>
              </a:ext>
            </a:extLst>
          </p:cNvPr>
          <p:cNvSpPr/>
          <p:nvPr/>
        </p:nvSpPr>
        <p:spPr>
          <a:xfrm>
            <a:off x="4635900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5" name="육각형 24">
            <a:extLst>
              <a:ext uri="{FF2B5EF4-FFF2-40B4-BE49-F238E27FC236}">
                <a16:creationId xmlns:a16="http://schemas.microsoft.com/office/drawing/2014/main" id="{EC9B7E7E-4938-6D49-8241-9A337515041F}"/>
              </a:ext>
            </a:extLst>
          </p:cNvPr>
          <p:cNvSpPr/>
          <p:nvPr/>
        </p:nvSpPr>
        <p:spPr>
          <a:xfrm>
            <a:off x="4887900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6" name="육각형 25">
            <a:extLst>
              <a:ext uri="{FF2B5EF4-FFF2-40B4-BE49-F238E27FC236}">
                <a16:creationId xmlns:a16="http://schemas.microsoft.com/office/drawing/2014/main" id="{2754CC7B-DA18-E4B1-4708-2958233DBED9}"/>
              </a:ext>
            </a:extLst>
          </p:cNvPr>
          <p:cNvSpPr/>
          <p:nvPr/>
        </p:nvSpPr>
        <p:spPr>
          <a:xfrm>
            <a:off x="7849760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7" name="육각형 26">
            <a:extLst>
              <a:ext uri="{FF2B5EF4-FFF2-40B4-BE49-F238E27FC236}">
                <a16:creationId xmlns:a16="http://schemas.microsoft.com/office/drawing/2014/main" id="{50562C8A-B6F0-27D4-59F1-A7A47239C4FE}"/>
              </a:ext>
            </a:extLst>
          </p:cNvPr>
          <p:cNvSpPr/>
          <p:nvPr/>
        </p:nvSpPr>
        <p:spPr>
          <a:xfrm>
            <a:off x="8101816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28" name="육각형 27">
            <a:extLst>
              <a:ext uri="{FF2B5EF4-FFF2-40B4-BE49-F238E27FC236}">
                <a16:creationId xmlns:a16="http://schemas.microsoft.com/office/drawing/2014/main" id="{1955FB42-983A-A258-72E0-2D19C191F7E9}"/>
              </a:ext>
            </a:extLst>
          </p:cNvPr>
          <p:cNvSpPr/>
          <p:nvPr/>
        </p:nvSpPr>
        <p:spPr>
          <a:xfrm>
            <a:off x="5139900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29" name="육각형 28">
            <a:extLst>
              <a:ext uri="{FF2B5EF4-FFF2-40B4-BE49-F238E27FC236}">
                <a16:creationId xmlns:a16="http://schemas.microsoft.com/office/drawing/2014/main" id="{FB827D2C-1A41-B2C9-8B15-BEF392B7C331}"/>
              </a:ext>
            </a:extLst>
          </p:cNvPr>
          <p:cNvSpPr/>
          <p:nvPr/>
        </p:nvSpPr>
        <p:spPr>
          <a:xfrm>
            <a:off x="5391956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0" name="육각형 29">
            <a:extLst>
              <a:ext uri="{FF2B5EF4-FFF2-40B4-BE49-F238E27FC236}">
                <a16:creationId xmlns:a16="http://schemas.microsoft.com/office/drawing/2014/main" id="{FD8F24A9-2E41-62EF-89F1-88779466C4B5}"/>
              </a:ext>
            </a:extLst>
          </p:cNvPr>
          <p:cNvSpPr/>
          <p:nvPr/>
        </p:nvSpPr>
        <p:spPr>
          <a:xfrm>
            <a:off x="5643956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1" name="육각형 30">
            <a:extLst>
              <a:ext uri="{FF2B5EF4-FFF2-40B4-BE49-F238E27FC236}">
                <a16:creationId xmlns:a16="http://schemas.microsoft.com/office/drawing/2014/main" id="{8818C9BD-900B-1BE6-7E57-D73C9846E699}"/>
              </a:ext>
            </a:extLst>
          </p:cNvPr>
          <p:cNvSpPr/>
          <p:nvPr/>
        </p:nvSpPr>
        <p:spPr>
          <a:xfrm>
            <a:off x="5896012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2" name="육각형 31">
            <a:extLst>
              <a:ext uri="{FF2B5EF4-FFF2-40B4-BE49-F238E27FC236}">
                <a16:creationId xmlns:a16="http://schemas.microsoft.com/office/drawing/2014/main" id="{6634A17F-8B9B-F475-824E-4E5BC45AF01E}"/>
              </a:ext>
            </a:extLst>
          </p:cNvPr>
          <p:cNvSpPr/>
          <p:nvPr/>
        </p:nvSpPr>
        <p:spPr>
          <a:xfrm>
            <a:off x="614806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3" name="육각형 32">
            <a:extLst>
              <a:ext uri="{FF2B5EF4-FFF2-40B4-BE49-F238E27FC236}">
                <a16:creationId xmlns:a16="http://schemas.microsoft.com/office/drawing/2014/main" id="{F2DF2F9A-14CC-7FBE-F914-56B3363E5709}"/>
              </a:ext>
            </a:extLst>
          </p:cNvPr>
          <p:cNvSpPr/>
          <p:nvPr/>
        </p:nvSpPr>
        <p:spPr>
          <a:xfrm>
            <a:off x="640006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B4335F-37DA-DFF3-62FA-E271D0285E16}"/>
              </a:ext>
            </a:extLst>
          </p:cNvPr>
          <p:cNvSpPr txBox="1"/>
          <p:nvPr/>
        </p:nvSpPr>
        <p:spPr>
          <a:xfrm>
            <a:off x="3114832" y="1973041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E04A70-83CC-7229-AE82-64694A208504}"/>
              </a:ext>
            </a:extLst>
          </p:cNvPr>
          <p:cNvSpPr txBox="1"/>
          <p:nvPr/>
        </p:nvSpPr>
        <p:spPr>
          <a:xfrm>
            <a:off x="3362044" y="1971573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909F24-AC45-60AF-5E77-A95B569626BF}"/>
              </a:ext>
            </a:extLst>
          </p:cNvPr>
          <p:cNvSpPr txBox="1"/>
          <p:nvPr/>
        </p:nvSpPr>
        <p:spPr>
          <a:xfrm>
            <a:off x="3602560" y="198031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590EBA-ECCA-9B5B-E3D7-8F10648B6E75}"/>
              </a:ext>
            </a:extLst>
          </p:cNvPr>
          <p:cNvSpPr txBox="1"/>
          <p:nvPr/>
        </p:nvSpPr>
        <p:spPr>
          <a:xfrm>
            <a:off x="3859404" y="198031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D26999-BA4A-9D27-CD33-022F5C6E93A2}"/>
              </a:ext>
            </a:extLst>
          </p:cNvPr>
          <p:cNvSpPr txBox="1"/>
          <p:nvPr/>
        </p:nvSpPr>
        <p:spPr>
          <a:xfrm>
            <a:off x="4106616" y="197973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BD8CAC-FDC9-FE8B-2115-B046C4C8EC18}"/>
              </a:ext>
            </a:extLst>
          </p:cNvPr>
          <p:cNvSpPr txBox="1"/>
          <p:nvPr/>
        </p:nvSpPr>
        <p:spPr>
          <a:xfrm>
            <a:off x="4372304" y="1973041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16E20-BB0B-AC72-F66D-527F870D4A02}"/>
              </a:ext>
            </a:extLst>
          </p:cNvPr>
          <p:cNvSpPr txBox="1"/>
          <p:nvPr/>
        </p:nvSpPr>
        <p:spPr>
          <a:xfrm>
            <a:off x="4619516" y="1971573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F49C6D-1410-B3B4-08AE-65346660796D}"/>
              </a:ext>
            </a:extLst>
          </p:cNvPr>
          <p:cNvSpPr txBox="1"/>
          <p:nvPr/>
        </p:nvSpPr>
        <p:spPr>
          <a:xfrm>
            <a:off x="4860032" y="198031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9CBB80-0569-348A-ACE5-0D2ECACF99D2}"/>
              </a:ext>
            </a:extLst>
          </p:cNvPr>
          <p:cNvSpPr txBox="1"/>
          <p:nvPr/>
        </p:nvSpPr>
        <p:spPr>
          <a:xfrm>
            <a:off x="5116876" y="198031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19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56A09A-98A1-40C1-C396-4FA183C28FBD}"/>
              </a:ext>
            </a:extLst>
          </p:cNvPr>
          <p:cNvSpPr txBox="1"/>
          <p:nvPr/>
        </p:nvSpPr>
        <p:spPr>
          <a:xfrm>
            <a:off x="5372252" y="1979737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1248176-1455-33AD-63D7-2D8642388A91}"/>
              </a:ext>
            </a:extLst>
          </p:cNvPr>
          <p:cNvSpPr txBox="1"/>
          <p:nvPr/>
        </p:nvSpPr>
        <p:spPr>
          <a:xfrm>
            <a:off x="5626948" y="1973041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C96760-4C0B-7736-FC4A-2C763FAF3416}"/>
              </a:ext>
            </a:extLst>
          </p:cNvPr>
          <p:cNvSpPr txBox="1"/>
          <p:nvPr/>
        </p:nvSpPr>
        <p:spPr>
          <a:xfrm>
            <a:off x="5882324" y="1973041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2EB1EE-33C4-0573-E93D-5367F0B5970A}"/>
              </a:ext>
            </a:extLst>
          </p:cNvPr>
          <p:cNvSpPr txBox="1"/>
          <p:nvPr/>
        </p:nvSpPr>
        <p:spPr>
          <a:xfrm>
            <a:off x="6131004" y="1973041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47A359-BDE0-83C3-D164-9C6ACB98F2E7}"/>
              </a:ext>
            </a:extLst>
          </p:cNvPr>
          <p:cNvSpPr txBox="1"/>
          <p:nvPr/>
        </p:nvSpPr>
        <p:spPr>
          <a:xfrm>
            <a:off x="6394544" y="1972153"/>
            <a:ext cx="29687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24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09A35204-6E7E-75BF-5120-B59887ABDEEF}"/>
              </a:ext>
            </a:extLst>
          </p:cNvPr>
          <p:cNvCxnSpPr/>
          <p:nvPr/>
        </p:nvCxnSpPr>
        <p:spPr>
          <a:xfrm>
            <a:off x="1107452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B99877B8-7593-EE0F-55E4-080D54E8FAFE}"/>
              </a:ext>
            </a:extLst>
          </p:cNvPr>
          <p:cNvCxnSpPr/>
          <p:nvPr/>
        </p:nvCxnSpPr>
        <p:spPr>
          <a:xfrm>
            <a:off x="136429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C5779CF-7D04-4E0B-ADC7-BB340D815298}"/>
              </a:ext>
            </a:extLst>
          </p:cNvPr>
          <p:cNvCxnSpPr/>
          <p:nvPr/>
        </p:nvCxnSpPr>
        <p:spPr>
          <a:xfrm>
            <a:off x="1611508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8BC68A3-FAAB-AEB3-BF71-5024F20E1640}"/>
              </a:ext>
            </a:extLst>
          </p:cNvPr>
          <p:cNvCxnSpPr/>
          <p:nvPr/>
        </p:nvCxnSpPr>
        <p:spPr>
          <a:xfrm>
            <a:off x="1868352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4B03306-3BCD-16CC-3640-1FAD1BA6C577}"/>
              </a:ext>
            </a:extLst>
          </p:cNvPr>
          <p:cNvCxnSpPr/>
          <p:nvPr/>
        </p:nvCxnSpPr>
        <p:spPr>
          <a:xfrm>
            <a:off x="858772" y="1716197"/>
            <a:ext cx="0" cy="82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BF9A806-9892-B2E2-3222-00309C468994}"/>
              </a:ext>
            </a:extLst>
          </p:cNvPr>
          <p:cNvCxnSpPr/>
          <p:nvPr/>
        </p:nvCxnSpPr>
        <p:spPr>
          <a:xfrm>
            <a:off x="236277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AB1435C-8FBB-91B9-CD3C-CC74A40CAF1E}"/>
              </a:ext>
            </a:extLst>
          </p:cNvPr>
          <p:cNvCxnSpPr/>
          <p:nvPr/>
        </p:nvCxnSpPr>
        <p:spPr>
          <a:xfrm>
            <a:off x="2619620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4357F58-057A-A124-39FE-4D400A0D9166}"/>
              </a:ext>
            </a:extLst>
          </p:cNvPr>
          <p:cNvCxnSpPr/>
          <p:nvPr/>
        </p:nvCxnSpPr>
        <p:spPr>
          <a:xfrm>
            <a:off x="2866832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5575A3FD-F9D9-7A9E-0D6A-6036F639DEAF}"/>
              </a:ext>
            </a:extLst>
          </p:cNvPr>
          <p:cNvCxnSpPr/>
          <p:nvPr/>
        </p:nvCxnSpPr>
        <p:spPr>
          <a:xfrm>
            <a:off x="312367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DF566219-D47E-13C3-70DF-5ED202432EB4}"/>
              </a:ext>
            </a:extLst>
          </p:cNvPr>
          <p:cNvCxnSpPr/>
          <p:nvPr/>
        </p:nvCxnSpPr>
        <p:spPr>
          <a:xfrm>
            <a:off x="211409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01C76F5E-FDBB-2ED7-C80C-DCA9E91EBC90}"/>
              </a:ext>
            </a:extLst>
          </p:cNvPr>
          <p:cNvCxnSpPr/>
          <p:nvPr/>
        </p:nvCxnSpPr>
        <p:spPr>
          <a:xfrm>
            <a:off x="362103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58909D2-5082-2D2F-0C37-3BAEE4E511E9}"/>
              </a:ext>
            </a:extLst>
          </p:cNvPr>
          <p:cNvCxnSpPr/>
          <p:nvPr/>
        </p:nvCxnSpPr>
        <p:spPr>
          <a:xfrm>
            <a:off x="3877880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BDF5381-B440-2C3B-C772-E07EB5A7A6AE}"/>
              </a:ext>
            </a:extLst>
          </p:cNvPr>
          <p:cNvCxnSpPr/>
          <p:nvPr/>
        </p:nvCxnSpPr>
        <p:spPr>
          <a:xfrm>
            <a:off x="4125092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36A9D3B-E8AD-D51A-75A9-E50C59D0EF96}"/>
              </a:ext>
            </a:extLst>
          </p:cNvPr>
          <p:cNvCxnSpPr/>
          <p:nvPr/>
        </p:nvCxnSpPr>
        <p:spPr>
          <a:xfrm>
            <a:off x="438193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25076B93-664F-B71C-31EE-22F5293737DA}"/>
              </a:ext>
            </a:extLst>
          </p:cNvPr>
          <p:cNvCxnSpPr/>
          <p:nvPr/>
        </p:nvCxnSpPr>
        <p:spPr>
          <a:xfrm>
            <a:off x="337235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5FC8F27-67A4-EA7C-A10C-649A35632A49}"/>
              </a:ext>
            </a:extLst>
          </p:cNvPr>
          <p:cNvCxnSpPr/>
          <p:nvPr/>
        </p:nvCxnSpPr>
        <p:spPr>
          <a:xfrm>
            <a:off x="4884524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A0DC17EC-D8B3-6604-B18F-192CB2A71FEE}"/>
              </a:ext>
            </a:extLst>
          </p:cNvPr>
          <p:cNvCxnSpPr/>
          <p:nvPr/>
        </p:nvCxnSpPr>
        <p:spPr>
          <a:xfrm>
            <a:off x="5141368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B6D8964-181D-375E-DBF2-0271D93C6848}"/>
              </a:ext>
            </a:extLst>
          </p:cNvPr>
          <p:cNvCxnSpPr/>
          <p:nvPr/>
        </p:nvCxnSpPr>
        <p:spPr>
          <a:xfrm>
            <a:off x="5388580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2F880CD7-46EA-4516-F88A-FA1968081F23}"/>
              </a:ext>
            </a:extLst>
          </p:cNvPr>
          <p:cNvCxnSpPr/>
          <p:nvPr/>
        </p:nvCxnSpPr>
        <p:spPr>
          <a:xfrm>
            <a:off x="5645424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DD5DE38-B028-8A50-2D57-ABF996E9A234}"/>
              </a:ext>
            </a:extLst>
          </p:cNvPr>
          <p:cNvCxnSpPr/>
          <p:nvPr/>
        </p:nvCxnSpPr>
        <p:spPr>
          <a:xfrm>
            <a:off x="4635844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14037048-DB1E-5629-5015-D2380A7078B4}"/>
              </a:ext>
            </a:extLst>
          </p:cNvPr>
          <p:cNvCxnSpPr/>
          <p:nvPr/>
        </p:nvCxnSpPr>
        <p:spPr>
          <a:xfrm>
            <a:off x="5899332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6EE6E5C-D6C5-C052-FD48-9B6B8455082F}"/>
              </a:ext>
            </a:extLst>
          </p:cNvPr>
          <p:cNvCxnSpPr/>
          <p:nvPr/>
        </p:nvCxnSpPr>
        <p:spPr>
          <a:xfrm>
            <a:off x="6146544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BEE9A93-198E-B007-92AF-7DDF65FA0BD0}"/>
              </a:ext>
            </a:extLst>
          </p:cNvPr>
          <p:cNvCxnSpPr/>
          <p:nvPr/>
        </p:nvCxnSpPr>
        <p:spPr>
          <a:xfrm>
            <a:off x="6403388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4140C30-0402-6A6D-A2E5-CA85E44A7864}"/>
              </a:ext>
            </a:extLst>
          </p:cNvPr>
          <p:cNvSpPr txBox="1"/>
          <p:nvPr/>
        </p:nvSpPr>
        <p:spPr>
          <a:xfrm>
            <a:off x="7802244" y="1972153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N-1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3C1722-2E67-DBD1-0775-589BC945EFB3}"/>
              </a:ext>
            </a:extLst>
          </p:cNvPr>
          <p:cNvSpPr txBox="1"/>
          <p:nvPr/>
        </p:nvSpPr>
        <p:spPr>
          <a:xfrm>
            <a:off x="8098766" y="1972153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N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AD87EE41-331A-4EB3-3811-10A6E2974F67}"/>
              </a:ext>
            </a:extLst>
          </p:cNvPr>
          <p:cNvCxnSpPr/>
          <p:nvPr/>
        </p:nvCxnSpPr>
        <p:spPr>
          <a:xfrm>
            <a:off x="8106604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5A362E2B-94B8-13F8-F3E7-00D5689A9D61}"/>
              </a:ext>
            </a:extLst>
          </p:cNvPr>
          <p:cNvCxnSpPr/>
          <p:nvPr/>
        </p:nvCxnSpPr>
        <p:spPr>
          <a:xfrm>
            <a:off x="8353816" y="1716197"/>
            <a:ext cx="0" cy="828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9DF2ACEA-E223-D743-F1C0-20A7C74B5428}"/>
              </a:ext>
            </a:extLst>
          </p:cNvPr>
          <p:cNvCxnSpPr/>
          <p:nvPr/>
        </p:nvCxnSpPr>
        <p:spPr>
          <a:xfrm>
            <a:off x="855452" y="1788205"/>
            <a:ext cx="7488000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651F6CE-AC60-5D15-2F74-DF358F67860C}"/>
              </a:ext>
            </a:extLst>
          </p:cNvPr>
          <p:cNvSpPr txBox="1"/>
          <p:nvPr/>
        </p:nvSpPr>
        <p:spPr>
          <a:xfrm>
            <a:off x="3627732" y="1536468"/>
            <a:ext cx="17508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Register   </a:t>
            </a:r>
            <a:r>
              <a:rPr lang="en-US" sz="1000" dirty="0" err="1"/>
              <a:t>Cycle_width</a:t>
            </a:r>
            <a:r>
              <a:rPr lang="en-US" sz="1000" dirty="0"/>
              <a:t> = 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6A443F-77F1-065F-363A-9D62F9340954}"/>
              </a:ext>
            </a:extLst>
          </p:cNvPr>
          <p:cNvSpPr txBox="1"/>
          <p:nvPr/>
        </p:nvSpPr>
        <p:spPr>
          <a:xfrm>
            <a:off x="210194" y="1940796"/>
            <a:ext cx="5886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col_cnt</a:t>
            </a:r>
            <a:endParaRPr lang="en-US" sz="1000" dirty="0"/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2496E5FD-9391-B0AC-7E23-8A301360492E}"/>
              </a:ext>
            </a:extLst>
          </p:cNvPr>
          <p:cNvCxnSpPr/>
          <p:nvPr/>
        </p:nvCxnSpPr>
        <p:spPr>
          <a:xfrm>
            <a:off x="683568" y="2652277"/>
            <a:ext cx="7416000" cy="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3436A4E3-2DAD-63F5-AFA0-CA6E60322353}"/>
              </a:ext>
            </a:extLst>
          </p:cNvPr>
          <p:cNvCxnSpPr/>
          <p:nvPr/>
        </p:nvCxnSpPr>
        <p:spPr>
          <a:xfrm flipV="1">
            <a:off x="8106604" y="2436277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276ECC36-FCD3-0B1F-0761-6A8143DA1547}"/>
              </a:ext>
            </a:extLst>
          </p:cNvPr>
          <p:cNvCxnSpPr/>
          <p:nvPr/>
        </p:nvCxnSpPr>
        <p:spPr>
          <a:xfrm>
            <a:off x="8098766" y="2436277"/>
            <a:ext cx="2632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011A27C0-29F1-9275-8E01-A012F1543489}"/>
              </a:ext>
            </a:extLst>
          </p:cNvPr>
          <p:cNvCxnSpPr/>
          <p:nvPr/>
        </p:nvCxnSpPr>
        <p:spPr>
          <a:xfrm flipV="1">
            <a:off x="8353816" y="2436277"/>
            <a:ext cx="0" cy="21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6CDC93D4-804F-1FE5-D5BD-70064510EF1D}"/>
              </a:ext>
            </a:extLst>
          </p:cNvPr>
          <p:cNvCxnSpPr/>
          <p:nvPr/>
        </p:nvCxnSpPr>
        <p:spPr>
          <a:xfrm>
            <a:off x="8352456" y="2652277"/>
            <a:ext cx="32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4E57F41-DCFE-9A69-CB3A-33841576A3AE}"/>
              </a:ext>
            </a:extLst>
          </p:cNvPr>
          <p:cNvSpPr txBox="1"/>
          <p:nvPr/>
        </p:nvSpPr>
        <p:spPr>
          <a:xfrm>
            <a:off x="179512" y="2406080"/>
            <a:ext cx="6286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col_end</a:t>
            </a:r>
            <a:endParaRPr lang="en-US" sz="1000" dirty="0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02C1FD57-1175-4FB5-201E-DF98F840D85E}"/>
              </a:ext>
            </a:extLst>
          </p:cNvPr>
          <p:cNvCxnSpPr/>
          <p:nvPr/>
        </p:nvCxnSpPr>
        <p:spPr>
          <a:xfrm>
            <a:off x="539616" y="3156357"/>
            <a:ext cx="82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CF46FC1A-5430-C807-CA44-5FA740646E58}"/>
              </a:ext>
            </a:extLst>
          </p:cNvPr>
          <p:cNvCxnSpPr/>
          <p:nvPr/>
        </p:nvCxnSpPr>
        <p:spPr>
          <a:xfrm flipV="1">
            <a:off x="1363390" y="294033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94745C03-DFEF-D546-31B9-F4191574F551}"/>
              </a:ext>
            </a:extLst>
          </p:cNvPr>
          <p:cNvCxnSpPr/>
          <p:nvPr/>
        </p:nvCxnSpPr>
        <p:spPr>
          <a:xfrm>
            <a:off x="1358638" y="2940333"/>
            <a:ext cx="201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3F76A1DD-75D0-FAD4-6F93-A5365997EA46}"/>
              </a:ext>
            </a:extLst>
          </p:cNvPr>
          <p:cNvCxnSpPr/>
          <p:nvPr/>
        </p:nvCxnSpPr>
        <p:spPr>
          <a:xfrm flipV="1">
            <a:off x="3366914" y="294033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8AA300F-2AF2-118F-EFE5-7FFCDAFD1616}"/>
              </a:ext>
            </a:extLst>
          </p:cNvPr>
          <p:cNvCxnSpPr/>
          <p:nvPr/>
        </p:nvCxnSpPr>
        <p:spPr>
          <a:xfrm>
            <a:off x="3366914" y="3156357"/>
            <a:ext cx="52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286EF18E-5225-D78A-F761-569B57EA0C4F}"/>
              </a:ext>
            </a:extLst>
          </p:cNvPr>
          <p:cNvCxnSpPr/>
          <p:nvPr/>
        </p:nvCxnSpPr>
        <p:spPr>
          <a:xfrm flipV="1">
            <a:off x="2366730" y="3372381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FB1982D-9112-B2E2-7127-814220CCBC12}"/>
              </a:ext>
            </a:extLst>
          </p:cNvPr>
          <p:cNvCxnSpPr/>
          <p:nvPr/>
        </p:nvCxnSpPr>
        <p:spPr>
          <a:xfrm>
            <a:off x="2366741" y="3372381"/>
            <a:ext cx="201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9DBDA7F-ADEF-BACC-5B8C-97FB08FBBDBB}"/>
              </a:ext>
            </a:extLst>
          </p:cNvPr>
          <p:cNvCxnSpPr/>
          <p:nvPr/>
        </p:nvCxnSpPr>
        <p:spPr>
          <a:xfrm flipV="1">
            <a:off x="4386139" y="3372381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FF8E29F2-4772-497A-AC74-33A5CE1BE074}"/>
              </a:ext>
            </a:extLst>
          </p:cNvPr>
          <p:cNvCxnSpPr/>
          <p:nvPr/>
        </p:nvCxnSpPr>
        <p:spPr>
          <a:xfrm>
            <a:off x="539552" y="3588405"/>
            <a:ext cx="1823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D668CF3E-1619-FF3A-3233-DC59D873C9BD}"/>
              </a:ext>
            </a:extLst>
          </p:cNvPr>
          <p:cNvCxnSpPr/>
          <p:nvPr/>
        </p:nvCxnSpPr>
        <p:spPr>
          <a:xfrm>
            <a:off x="4386456" y="3588405"/>
            <a:ext cx="424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16C6D0E9-38E7-5A7F-05BD-B25245B12122}"/>
              </a:ext>
            </a:extLst>
          </p:cNvPr>
          <p:cNvCxnSpPr/>
          <p:nvPr/>
        </p:nvCxnSpPr>
        <p:spPr>
          <a:xfrm flipV="1">
            <a:off x="1107452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C66A9B4F-1E07-4E02-9485-8BB92D435D10}"/>
              </a:ext>
            </a:extLst>
          </p:cNvPr>
          <p:cNvCxnSpPr/>
          <p:nvPr/>
        </p:nvCxnSpPr>
        <p:spPr>
          <a:xfrm flipV="1">
            <a:off x="1362120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FFD43BE-A145-C1CF-BED4-6C292E1E85C7}"/>
              </a:ext>
            </a:extLst>
          </p:cNvPr>
          <p:cNvCxnSpPr/>
          <p:nvPr/>
        </p:nvCxnSpPr>
        <p:spPr>
          <a:xfrm>
            <a:off x="1107452" y="4380493"/>
            <a:ext cx="260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C0467A5F-047A-95FF-E319-947D28226B4D}"/>
              </a:ext>
            </a:extLst>
          </p:cNvPr>
          <p:cNvCxnSpPr/>
          <p:nvPr/>
        </p:nvCxnSpPr>
        <p:spPr>
          <a:xfrm flipV="1">
            <a:off x="1611508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22297842-21DA-1B1F-71EF-E2696FA73963}"/>
              </a:ext>
            </a:extLst>
          </p:cNvPr>
          <p:cNvCxnSpPr/>
          <p:nvPr/>
        </p:nvCxnSpPr>
        <p:spPr>
          <a:xfrm flipV="1">
            <a:off x="1866176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60844B5A-09A8-7622-4336-84E0F381072B}"/>
              </a:ext>
            </a:extLst>
          </p:cNvPr>
          <p:cNvCxnSpPr/>
          <p:nvPr/>
        </p:nvCxnSpPr>
        <p:spPr>
          <a:xfrm>
            <a:off x="1611508" y="4380493"/>
            <a:ext cx="260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D6802A30-E932-F6E2-1E7A-8BF96CEE6A72}"/>
              </a:ext>
            </a:extLst>
          </p:cNvPr>
          <p:cNvCxnSpPr/>
          <p:nvPr/>
        </p:nvCxnSpPr>
        <p:spPr>
          <a:xfrm flipV="1">
            <a:off x="2615084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4A085756-262C-1C16-69E0-F4122B0AC3E9}"/>
              </a:ext>
            </a:extLst>
          </p:cNvPr>
          <p:cNvCxnSpPr/>
          <p:nvPr/>
        </p:nvCxnSpPr>
        <p:spPr>
          <a:xfrm flipV="1">
            <a:off x="2869752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ECE129D4-CE0C-0B52-EADD-07FEDC31389C}"/>
              </a:ext>
            </a:extLst>
          </p:cNvPr>
          <p:cNvCxnSpPr/>
          <p:nvPr/>
        </p:nvCxnSpPr>
        <p:spPr>
          <a:xfrm>
            <a:off x="2615084" y="4380493"/>
            <a:ext cx="260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F5657CC5-ECF7-1CC8-B538-AC9670D58491}"/>
              </a:ext>
            </a:extLst>
          </p:cNvPr>
          <p:cNvCxnSpPr/>
          <p:nvPr/>
        </p:nvCxnSpPr>
        <p:spPr>
          <a:xfrm flipV="1">
            <a:off x="3366914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6748249-34A6-2223-E4BF-001305B8ECAC}"/>
              </a:ext>
            </a:extLst>
          </p:cNvPr>
          <p:cNvCxnSpPr/>
          <p:nvPr/>
        </p:nvCxnSpPr>
        <p:spPr>
          <a:xfrm flipV="1">
            <a:off x="3621582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56BFE5F6-571C-4518-722A-E1B0B2C6D435}"/>
              </a:ext>
            </a:extLst>
          </p:cNvPr>
          <p:cNvCxnSpPr/>
          <p:nvPr/>
        </p:nvCxnSpPr>
        <p:spPr>
          <a:xfrm>
            <a:off x="3366914" y="4380493"/>
            <a:ext cx="260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6196181-B7EE-0F56-AA9F-2D26C2A420C2}"/>
              </a:ext>
            </a:extLst>
          </p:cNvPr>
          <p:cNvCxnSpPr/>
          <p:nvPr/>
        </p:nvCxnSpPr>
        <p:spPr>
          <a:xfrm flipV="1">
            <a:off x="4383844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A94FC096-C991-324A-C992-E892FB5AD968}"/>
              </a:ext>
            </a:extLst>
          </p:cNvPr>
          <p:cNvCxnSpPr/>
          <p:nvPr/>
        </p:nvCxnSpPr>
        <p:spPr>
          <a:xfrm flipV="1">
            <a:off x="4638512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A2E35D4E-B354-1A6F-158C-CCF82155B779}"/>
              </a:ext>
            </a:extLst>
          </p:cNvPr>
          <p:cNvCxnSpPr/>
          <p:nvPr/>
        </p:nvCxnSpPr>
        <p:spPr>
          <a:xfrm>
            <a:off x="4383844" y="4380493"/>
            <a:ext cx="260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육각형 108">
            <a:extLst>
              <a:ext uri="{FF2B5EF4-FFF2-40B4-BE49-F238E27FC236}">
                <a16:creationId xmlns:a16="http://schemas.microsoft.com/office/drawing/2014/main" id="{BF53A48C-5029-EFBF-5669-D3DAD4EFD42F}"/>
              </a:ext>
            </a:extLst>
          </p:cNvPr>
          <p:cNvSpPr/>
          <p:nvPr/>
        </p:nvSpPr>
        <p:spPr>
          <a:xfrm>
            <a:off x="6967096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2F9C4E8-EB30-27E4-CE93-E8ADDE95642B}"/>
              </a:ext>
            </a:extLst>
          </p:cNvPr>
          <p:cNvSpPr txBox="1"/>
          <p:nvPr/>
        </p:nvSpPr>
        <p:spPr>
          <a:xfrm>
            <a:off x="6916530" y="1972153"/>
            <a:ext cx="377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M-1</a:t>
            </a:r>
          </a:p>
        </p:txBody>
      </p:sp>
      <p:sp>
        <p:nvSpPr>
          <p:cNvPr id="111" name="육각형 110">
            <a:extLst>
              <a:ext uri="{FF2B5EF4-FFF2-40B4-BE49-F238E27FC236}">
                <a16:creationId xmlns:a16="http://schemas.microsoft.com/office/drawing/2014/main" id="{EF52EEDC-6FEF-DA61-1EF6-60F045AF749A}"/>
              </a:ext>
            </a:extLst>
          </p:cNvPr>
          <p:cNvSpPr/>
          <p:nvPr/>
        </p:nvSpPr>
        <p:spPr>
          <a:xfrm>
            <a:off x="7229978" y="1932221"/>
            <a:ext cx="252000" cy="288032"/>
          </a:xfrm>
          <a:prstGeom prst="hexagon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77A4FE4-D50C-F652-108A-DECC9EE1D583}"/>
              </a:ext>
            </a:extLst>
          </p:cNvPr>
          <p:cNvSpPr txBox="1"/>
          <p:nvPr/>
        </p:nvSpPr>
        <p:spPr>
          <a:xfrm>
            <a:off x="7220890" y="1972153"/>
            <a:ext cx="2792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E34E7794-D8A0-34D2-98C0-473AC096F07D}"/>
              </a:ext>
            </a:extLst>
          </p:cNvPr>
          <p:cNvCxnSpPr/>
          <p:nvPr/>
        </p:nvCxnSpPr>
        <p:spPr>
          <a:xfrm>
            <a:off x="6972210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D44949D-2381-6A39-0B3C-F02BB753257B}"/>
              </a:ext>
            </a:extLst>
          </p:cNvPr>
          <p:cNvCxnSpPr/>
          <p:nvPr/>
        </p:nvCxnSpPr>
        <p:spPr>
          <a:xfrm>
            <a:off x="7227586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131C4F45-0622-13AB-B082-12A324E38C6C}"/>
              </a:ext>
            </a:extLst>
          </p:cNvPr>
          <p:cNvCxnSpPr/>
          <p:nvPr/>
        </p:nvCxnSpPr>
        <p:spPr>
          <a:xfrm>
            <a:off x="7484430" y="2076237"/>
            <a:ext cx="0" cy="306000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51B54A6F-AA0B-06CE-7C66-6AA21FF6BE7B}"/>
              </a:ext>
            </a:extLst>
          </p:cNvPr>
          <p:cNvCxnSpPr/>
          <p:nvPr/>
        </p:nvCxnSpPr>
        <p:spPr>
          <a:xfrm>
            <a:off x="6712462" y="2076237"/>
            <a:ext cx="18000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5E567CC1-84D0-4226-CB30-1ECB0D0948E5}"/>
              </a:ext>
            </a:extLst>
          </p:cNvPr>
          <p:cNvCxnSpPr/>
          <p:nvPr/>
        </p:nvCxnSpPr>
        <p:spPr>
          <a:xfrm>
            <a:off x="7560352" y="2076237"/>
            <a:ext cx="18000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6953A932-C7E4-AB01-7426-ABFB8FCD0C41}"/>
              </a:ext>
            </a:extLst>
          </p:cNvPr>
          <p:cNvCxnSpPr/>
          <p:nvPr/>
        </p:nvCxnSpPr>
        <p:spPr>
          <a:xfrm flipV="1">
            <a:off x="7232430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61BEA669-2151-7895-C83C-FF31AD3EA935}"/>
              </a:ext>
            </a:extLst>
          </p:cNvPr>
          <p:cNvCxnSpPr/>
          <p:nvPr/>
        </p:nvCxnSpPr>
        <p:spPr>
          <a:xfrm flipV="1">
            <a:off x="7487098" y="4380493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40EE4676-948A-CA08-5A64-FDD385B95126}"/>
              </a:ext>
            </a:extLst>
          </p:cNvPr>
          <p:cNvCxnSpPr/>
          <p:nvPr/>
        </p:nvCxnSpPr>
        <p:spPr>
          <a:xfrm>
            <a:off x="7232430" y="4380493"/>
            <a:ext cx="260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F37AE3A8-F16B-7CB2-C88D-724DE9427D29}"/>
              </a:ext>
            </a:extLst>
          </p:cNvPr>
          <p:cNvCxnSpPr/>
          <p:nvPr/>
        </p:nvCxnSpPr>
        <p:spPr>
          <a:xfrm flipV="1">
            <a:off x="4888035" y="3876437"/>
            <a:ext cx="0" cy="2160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C68F6442-8CEA-0AE5-0221-1C057DD56C27}"/>
              </a:ext>
            </a:extLst>
          </p:cNvPr>
          <p:cNvCxnSpPr/>
          <p:nvPr/>
        </p:nvCxnSpPr>
        <p:spPr>
          <a:xfrm>
            <a:off x="4888046" y="4092461"/>
            <a:ext cx="20880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082E47BC-7CFB-5D91-9BD8-F716E7BA8472}"/>
              </a:ext>
            </a:extLst>
          </p:cNvPr>
          <p:cNvCxnSpPr/>
          <p:nvPr/>
        </p:nvCxnSpPr>
        <p:spPr>
          <a:xfrm flipV="1">
            <a:off x="6972756" y="3876437"/>
            <a:ext cx="0" cy="21602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9FFFA8F8-AA91-5441-3E62-235B175E941C}"/>
              </a:ext>
            </a:extLst>
          </p:cNvPr>
          <p:cNvCxnSpPr/>
          <p:nvPr/>
        </p:nvCxnSpPr>
        <p:spPr>
          <a:xfrm flipH="1">
            <a:off x="539552" y="3876437"/>
            <a:ext cx="434497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87B4BF1-7516-C75F-FE05-C40BD060593E}"/>
              </a:ext>
            </a:extLst>
          </p:cNvPr>
          <p:cNvCxnSpPr/>
          <p:nvPr/>
        </p:nvCxnSpPr>
        <p:spPr>
          <a:xfrm>
            <a:off x="6976046" y="3876437"/>
            <a:ext cx="16584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9F625EBA-FBF6-2259-600A-67C77775DA69}"/>
              </a:ext>
            </a:extLst>
          </p:cNvPr>
          <p:cNvCxnSpPr/>
          <p:nvPr/>
        </p:nvCxnSpPr>
        <p:spPr>
          <a:xfrm flipH="1">
            <a:off x="539552" y="4596517"/>
            <a:ext cx="567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2F3C5F9-1C18-0ADF-0F89-5BEBE71EC6FA}"/>
              </a:ext>
            </a:extLst>
          </p:cNvPr>
          <p:cNvCxnSpPr/>
          <p:nvPr/>
        </p:nvCxnSpPr>
        <p:spPr>
          <a:xfrm>
            <a:off x="1358638" y="4596517"/>
            <a:ext cx="2528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9776B617-0D8F-7CE9-D7D3-5809C4A4A6A8}"/>
              </a:ext>
            </a:extLst>
          </p:cNvPr>
          <p:cNvCxnSpPr/>
          <p:nvPr/>
        </p:nvCxnSpPr>
        <p:spPr>
          <a:xfrm>
            <a:off x="1871672" y="4596517"/>
            <a:ext cx="7434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41F76772-8179-68AA-D699-D48910029BC0}"/>
              </a:ext>
            </a:extLst>
          </p:cNvPr>
          <p:cNvCxnSpPr/>
          <p:nvPr/>
        </p:nvCxnSpPr>
        <p:spPr>
          <a:xfrm>
            <a:off x="2866832" y="4596517"/>
            <a:ext cx="495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0BE406B2-DB74-5DE5-89C4-45EE0E243919}"/>
              </a:ext>
            </a:extLst>
          </p:cNvPr>
          <p:cNvCxnSpPr/>
          <p:nvPr/>
        </p:nvCxnSpPr>
        <p:spPr>
          <a:xfrm>
            <a:off x="3614686" y="4596517"/>
            <a:ext cx="7783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50D8F334-4A03-DF8B-EDF1-F98240CECAA0}"/>
              </a:ext>
            </a:extLst>
          </p:cNvPr>
          <p:cNvCxnSpPr/>
          <p:nvPr/>
        </p:nvCxnSpPr>
        <p:spPr>
          <a:xfrm>
            <a:off x="4632216" y="4596517"/>
            <a:ext cx="25995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AB877627-4D48-D579-BA4A-9F2641A53D13}"/>
              </a:ext>
            </a:extLst>
          </p:cNvPr>
          <p:cNvCxnSpPr/>
          <p:nvPr/>
        </p:nvCxnSpPr>
        <p:spPr>
          <a:xfrm>
            <a:off x="7481978" y="4596517"/>
            <a:ext cx="2583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D847873E-A279-B4E1-A54E-1603BB327BE1}"/>
              </a:ext>
            </a:extLst>
          </p:cNvPr>
          <p:cNvCxnSpPr/>
          <p:nvPr/>
        </p:nvCxnSpPr>
        <p:spPr>
          <a:xfrm>
            <a:off x="7842018" y="4596517"/>
            <a:ext cx="324000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1179261-EF98-97E2-E177-8C9A3917C584}"/>
              </a:ext>
            </a:extLst>
          </p:cNvPr>
          <p:cNvCxnSpPr/>
          <p:nvPr/>
        </p:nvCxnSpPr>
        <p:spPr>
          <a:xfrm>
            <a:off x="8244408" y="4596517"/>
            <a:ext cx="39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6C775269-D90C-0754-3B5D-48E713BBE779}"/>
              </a:ext>
            </a:extLst>
          </p:cNvPr>
          <p:cNvSpPr txBox="1"/>
          <p:nvPr/>
        </p:nvSpPr>
        <p:spPr>
          <a:xfrm>
            <a:off x="331912" y="2910136"/>
            <a:ext cx="7296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Gate_STV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9424396B-69E3-1E5F-822A-033E58F89845}"/>
              </a:ext>
            </a:extLst>
          </p:cNvPr>
          <p:cNvSpPr txBox="1"/>
          <p:nvPr/>
        </p:nvSpPr>
        <p:spPr>
          <a:xfrm>
            <a:off x="323528" y="3342184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Gate_CPV</a:t>
            </a:r>
            <a:endParaRPr lang="en-US" sz="1000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0265E4C-DB9F-DE21-6CA3-388FD3BCB355}"/>
              </a:ext>
            </a:extLst>
          </p:cNvPr>
          <p:cNvSpPr txBox="1"/>
          <p:nvPr/>
        </p:nvSpPr>
        <p:spPr>
          <a:xfrm>
            <a:off x="323528" y="3846240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Gate_OE</a:t>
            </a:r>
            <a:endParaRPr 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679A2A4-E974-2285-0CBD-8F9CC9A024F0}"/>
              </a:ext>
            </a:extLst>
          </p:cNvPr>
          <p:cNvSpPr txBox="1"/>
          <p:nvPr/>
        </p:nvSpPr>
        <p:spPr>
          <a:xfrm>
            <a:off x="251520" y="4350296"/>
            <a:ext cx="7585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ROIC_aclk</a:t>
            </a:r>
            <a:endParaRPr lang="en-US" sz="10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D3AF582-C045-0696-76B8-E68A3C9614B0}"/>
              </a:ext>
            </a:extLst>
          </p:cNvPr>
          <p:cNvSpPr txBox="1"/>
          <p:nvPr/>
        </p:nvSpPr>
        <p:spPr>
          <a:xfrm>
            <a:off x="1065283" y="438049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01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B0BCA76-373D-0605-EAFD-2AD07E9E581F}"/>
              </a:ext>
            </a:extLst>
          </p:cNvPr>
          <p:cNvSpPr txBox="1"/>
          <p:nvPr/>
        </p:nvSpPr>
        <p:spPr>
          <a:xfrm>
            <a:off x="1581974" y="438049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02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F9158A3-7818-12B7-D15C-BC218EEFAC45}"/>
              </a:ext>
            </a:extLst>
          </p:cNvPr>
          <p:cNvSpPr txBox="1"/>
          <p:nvPr/>
        </p:nvSpPr>
        <p:spPr>
          <a:xfrm>
            <a:off x="2590086" y="438049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03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A48914E-39D6-6697-2DFA-8453FB4D6182}"/>
              </a:ext>
            </a:extLst>
          </p:cNvPr>
          <p:cNvSpPr txBox="1"/>
          <p:nvPr/>
        </p:nvSpPr>
        <p:spPr>
          <a:xfrm>
            <a:off x="3347864" y="438049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04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1BEAF0C-99C1-5DF0-C32C-4CC13F3CB63B}"/>
              </a:ext>
            </a:extLst>
          </p:cNvPr>
          <p:cNvSpPr txBox="1"/>
          <p:nvPr/>
        </p:nvSpPr>
        <p:spPr>
          <a:xfrm>
            <a:off x="4355976" y="438049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2DCC91B8-DE6A-427A-8C01-0BF58E4BF2D9}"/>
              </a:ext>
            </a:extLst>
          </p:cNvPr>
          <p:cNvSpPr txBox="1"/>
          <p:nvPr/>
        </p:nvSpPr>
        <p:spPr>
          <a:xfrm>
            <a:off x="7198598" y="438049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06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614752F-85A8-A61F-F5F7-D4FBA4CEF1AC}"/>
              </a:ext>
            </a:extLst>
          </p:cNvPr>
          <p:cNvSpPr txBox="1"/>
          <p:nvPr/>
        </p:nvSpPr>
        <p:spPr>
          <a:xfrm>
            <a:off x="1170766" y="2724889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hi_gate_stv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09C473C-58A4-912B-5689-A928B9CF1B5D}"/>
              </a:ext>
            </a:extLst>
          </p:cNvPr>
          <p:cNvSpPr txBox="1"/>
          <p:nvPr/>
        </p:nvSpPr>
        <p:spPr>
          <a:xfrm>
            <a:off x="3160705" y="2724309"/>
            <a:ext cx="6928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lo_gate_stv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04CCC4C8-C2E9-1369-0FB3-A98BFA57387E}"/>
              </a:ext>
            </a:extLst>
          </p:cNvPr>
          <p:cNvSpPr txBox="1"/>
          <p:nvPr/>
        </p:nvSpPr>
        <p:spPr>
          <a:xfrm>
            <a:off x="2177275" y="3156937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hi_gate_cpv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DD35F9F-A8BD-E499-71F8-B493D262F4C4}"/>
              </a:ext>
            </a:extLst>
          </p:cNvPr>
          <p:cNvSpPr txBox="1"/>
          <p:nvPr/>
        </p:nvSpPr>
        <p:spPr>
          <a:xfrm>
            <a:off x="4167214" y="3156357"/>
            <a:ext cx="7216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lo_gate_cpv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1E8A472-EDF3-483D-4DDD-49512C87DCCC}"/>
              </a:ext>
            </a:extLst>
          </p:cNvPr>
          <p:cNvSpPr txBox="1"/>
          <p:nvPr/>
        </p:nvSpPr>
        <p:spPr>
          <a:xfrm>
            <a:off x="4572000" y="3660993"/>
            <a:ext cx="6783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lo_gate_oe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E95F3ECB-32D5-D521-3E7E-43B5681B3843}"/>
              </a:ext>
            </a:extLst>
          </p:cNvPr>
          <p:cNvSpPr txBox="1"/>
          <p:nvPr/>
        </p:nvSpPr>
        <p:spPr>
          <a:xfrm>
            <a:off x="6561939" y="3660413"/>
            <a:ext cx="6767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>
                <a:solidFill>
                  <a:srgbClr val="FF0000"/>
                </a:solidFill>
              </a:rPr>
              <a:t>hi_gate_oe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08D7434-ADC1-E7FD-B84D-D9BB9DEE4BC6}"/>
              </a:ext>
            </a:extLst>
          </p:cNvPr>
          <p:cNvSpPr txBox="1"/>
          <p:nvPr/>
        </p:nvSpPr>
        <p:spPr>
          <a:xfrm>
            <a:off x="755576" y="5460613"/>
            <a:ext cx="1317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hi_gate_stv</a:t>
            </a:r>
            <a:r>
              <a:rPr lang="en-US" sz="1000" dirty="0">
                <a:solidFill>
                  <a:srgbClr val="0070C0"/>
                </a:solidFill>
              </a:rPr>
              <a:t> = 2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lo_gate_stv</a:t>
            </a:r>
            <a:r>
              <a:rPr lang="en-US" sz="1000" dirty="0">
                <a:solidFill>
                  <a:srgbClr val="0070C0"/>
                </a:solidFill>
              </a:rPr>
              <a:t> = 11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80F0574-31F2-D354-4C46-10FCBB5643B8}"/>
              </a:ext>
            </a:extLst>
          </p:cNvPr>
          <p:cNvSpPr txBox="1"/>
          <p:nvPr/>
        </p:nvSpPr>
        <p:spPr>
          <a:xfrm>
            <a:off x="2204220" y="5460613"/>
            <a:ext cx="1354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hi_gate_cpv</a:t>
            </a:r>
            <a:r>
              <a:rPr lang="en-US" sz="1000" dirty="0">
                <a:solidFill>
                  <a:srgbClr val="0070C0"/>
                </a:solidFill>
              </a:rPr>
              <a:t> = 6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lo_gate_cpv</a:t>
            </a:r>
            <a:r>
              <a:rPr lang="en-US" sz="1000" dirty="0">
                <a:solidFill>
                  <a:srgbClr val="0070C0"/>
                </a:solidFill>
              </a:rPr>
              <a:t> = 15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27EFD3D-ED65-2C6E-8968-846CA77031E4}"/>
              </a:ext>
            </a:extLst>
          </p:cNvPr>
          <p:cNvSpPr txBox="1"/>
          <p:nvPr/>
        </p:nvSpPr>
        <p:spPr>
          <a:xfrm>
            <a:off x="3751528" y="5460613"/>
            <a:ext cx="1396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lo_gate_oe</a:t>
            </a:r>
            <a:r>
              <a:rPr lang="en-US" sz="1000" dirty="0">
                <a:solidFill>
                  <a:srgbClr val="0070C0"/>
                </a:solidFill>
              </a:rPr>
              <a:t> = 17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hi_gate_oe</a:t>
            </a:r>
            <a:r>
              <a:rPr lang="en-US" sz="1000" dirty="0">
                <a:solidFill>
                  <a:srgbClr val="0070C0"/>
                </a:solidFill>
              </a:rPr>
              <a:t> = M-2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CE8A9561-D5B5-BD5E-AA67-0C5FA33B04DE}"/>
              </a:ext>
            </a:extLst>
          </p:cNvPr>
          <p:cNvSpPr txBox="1"/>
          <p:nvPr/>
        </p:nvSpPr>
        <p:spPr>
          <a:xfrm>
            <a:off x="755576" y="5964669"/>
            <a:ext cx="79640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ROIC_aclk01</a:t>
            </a:r>
            <a:r>
              <a:rPr lang="en-US" sz="1000" dirty="0">
                <a:solidFill>
                  <a:srgbClr val="0070C0"/>
                </a:solidFill>
              </a:rPr>
              <a:t> = 02  /  </a:t>
            </a:r>
            <a:r>
              <a:rPr lang="en-US" sz="1000" dirty="0" err="1">
                <a:solidFill>
                  <a:srgbClr val="0070C0"/>
                </a:solidFill>
              </a:rPr>
              <a:t>ROIC_aclk02</a:t>
            </a:r>
            <a:r>
              <a:rPr lang="en-US" sz="1000" dirty="0">
                <a:solidFill>
                  <a:srgbClr val="0070C0"/>
                </a:solidFill>
              </a:rPr>
              <a:t> = 04  /  </a:t>
            </a:r>
            <a:r>
              <a:rPr lang="en-US" sz="1000" dirty="0" err="1">
                <a:solidFill>
                  <a:srgbClr val="0070C0"/>
                </a:solidFill>
              </a:rPr>
              <a:t>ROIC_aclk03</a:t>
            </a:r>
            <a:r>
              <a:rPr lang="en-US" sz="1000" dirty="0">
                <a:solidFill>
                  <a:srgbClr val="0070C0"/>
                </a:solidFill>
              </a:rPr>
              <a:t> = 08  /  </a:t>
            </a:r>
            <a:r>
              <a:rPr lang="en-US" sz="1000" dirty="0" err="1">
                <a:solidFill>
                  <a:srgbClr val="0070C0"/>
                </a:solidFill>
              </a:rPr>
              <a:t>ROIC_aclk04</a:t>
            </a:r>
            <a:r>
              <a:rPr lang="en-US" sz="1000" dirty="0">
                <a:solidFill>
                  <a:srgbClr val="0070C0"/>
                </a:solidFill>
              </a:rPr>
              <a:t> = 12  /  </a:t>
            </a:r>
            <a:r>
              <a:rPr lang="en-US" sz="1000" dirty="0" err="1">
                <a:solidFill>
                  <a:srgbClr val="0070C0"/>
                </a:solidFill>
              </a:rPr>
              <a:t>ROIC_aclk05</a:t>
            </a:r>
            <a:r>
              <a:rPr lang="en-US" sz="1000" dirty="0">
                <a:solidFill>
                  <a:srgbClr val="0070C0"/>
                </a:solidFill>
              </a:rPr>
              <a:t> = 16  /  </a:t>
            </a:r>
            <a:r>
              <a:rPr lang="en-US" sz="1000" dirty="0" err="1">
                <a:solidFill>
                  <a:srgbClr val="0070C0"/>
                </a:solidFill>
              </a:rPr>
              <a:t>ROIC_aclk06</a:t>
            </a:r>
            <a:r>
              <a:rPr lang="en-US" sz="1000" dirty="0">
                <a:solidFill>
                  <a:srgbClr val="0070C0"/>
                </a:solidFill>
              </a:rPr>
              <a:t> = M  ......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7FEB3C77-50DD-BB61-C7B6-5F801441CF61}"/>
              </a:ext>
            </a:extLst>
          </p:cNvPr>
          <p:cNvSpPr txBox="1"/>
          <p:nvPr/>
        </p:nvSpPr>
        <p:spPr>
          <a:xfrm>
            <a:off x="1403648" y="1026314"/>
            <a:ext cx="3018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latin typeface="+mn-ea"/>
              </a:rPr>
              <a:t>ROIC</a:t>
            </a:r>
            <a:r>
              <a:rPr lang="en-US" sz="1000" dirty="0">
                <a:latin typeface="+mn-ea"/>
              </a:rPr>
              <a:t> / </a:t>
            </a:r>
            <a:r>
              <a:rPr lang="en-US" sz="1000" dirty="0" err="1">
                <a:latin typeface="+mn-ea"/>
              </a:rPr>
              <a:t>GateIC</a:t>
            </a:r>
            <a:r>
              <a:rPr lang="en-US" sz="1000" dirty="0">
                <a:latin typeface="+mn-ea"/>
              </a:rPr>
              <a:t> / Panel Bias Driving Signal </a:t>
            </a:r>
            <a:r>
              <a:rPr lang="ko-KR" altLang="en-US" sz="1000" dirty="0">
                <a:latin typeface="+mn-ea"/>
              </a:rPr>
              <a:t>생성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02265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BED9A-8F98-5106-566C-B9A14090FF33}"/>
              </a:ext>
            </a:extLst>
          </p:cNvPr>
          <p:cNvSpPr txBox="1"/>
          <p:nvPr/>
        </p:nvSpPr>
        <p:spPr>
          <a:xfrm>
            <a:off x="1115616" y="1268760"/>
            <a:ext cx="9701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1100" b="1" dirty="0" err="1"/>
              <a:t>clk_gen</a:t>
            </a:r>
            <a:endParaRPr lang="ko-KR" altLang="en-US" sz="1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F05E6A-B994-373B-D99F-480CF1F9AAAA}"/>
              </a:ext>
            </a:extLst>
          </p:cNvPr>
          <p:cNvSpPr txBox="1"/>
          <p:nvPr/>
        </p:nvSpPr>
        <p:spPr>
          <a:xfrm>
            <a:off x="1403648" y="1598603"/>
            <a:ext cx="12330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latin typeface="+mn-ea"/>
              </a:rPr>
              <a:t>ROIC</a:t>
            </a:r>
            <a:r>
              <a:rPr lang="en-US" sz="1000" dirty="0">
                <a:latin typeface="+mn-ea"/>
              </a:rPr>
              <a:t> </a:t>
            </a:r>
            <a:r>
              <a:rPr lang="en-US" sz="1000" dirty="0" err="1">
                <a:latin typeface="+mn-ea"/>
              </a:rPr>
              <a:t>dclk</a:t>
            </a:r>
            <a:r>
              <a:rPr lang="en-US" sz="1000" dirty="0">
                <a:latin typeface="+mn-ea"/>
              </a:rPr>
              <a:t> </a:t>
            </a:r>
            <a:r>
              <a:rPr lang="ko-KR" altLang="en-US" sz="1000" dirty="0">
                <a:latin typeface="+mn-ea"/>
              </a:rPr>
              <a:t>생성</a:t>
            </a:r>
            <a:endParaRPr lang="en-US" sz="1000" dirty="0"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8E0CDB5-A5F5-77C0-4C77-9F2CCEF8EFE6}"/>
              </a:ext>
            </a:extLst>
          </p:cNvPr>
          <p:cNvCxnSpPr/>
          <p:nvPr/>
        </p:nvCxnSpPr>
        <p:spPr>
          <a:xfrm>
            <a:off x="1619656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25CF115-0096-95CE-5705-CF99E40B16B1}"/>
              </a:ext>
            </a:extLst>
          </p:cNvPr>
          <p:cNvCxnSpPr/>
          <p:nvPr/>
        </p:nvCxnSpPr>
        <p:spPr>
          <a:xfrm flipV="1">
            <a:off x="1763672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F36392C-78FB-1B7A-E4C6-A2F1477E396A}"/>
              </a:ext>
            </a:extLst>
          </p:cNvPr>
          <p:cNvCxnSpPr/>
          <p:nvPr/>
        </p:nvCxnSpPr>
        <p:spPr>
          <a:xfrm>
            <a:off x="1763656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5712972-53C7-3FD8-33A0-33D55EB23083}"/>
              </a:ext>
            </a:extLst>
          </p:cNvPr>
          <p:cNvCxnSpPr/>
          <p:nvPr/>
        </p:nvCxnSpPr>
        <p:spPr>
          <a:xfrm flipV="1">
            <a:off x="1907704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B6F2668-EE87-96DD-DECE-6F9AF1C696B4}"/>
              </a:ext>
            </a:extLst>
          </p:cNvPr>
          <p:cNvCxnSpPr/>
          <p:nvPr/>
        </p:nvCxnSpPr>
        <p:spPr>
          <a:xfrm>
            <a:off x="1907688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1528B5D-8B78-9206-A816-C71BB408DE5B}"/>
              </a:ext>
            </a:extLst>
          </p:cNvPr>
          <p:cNvCxnSpPr/>
          <p:nvPr/>
        </p:nvCxnSpPr>
        <p:spPr>
          <a:xfrm flipV="1">
            <a:off x="2051720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5173AA8-9EAB-EE49-E5A2-5E68EF83444D}"/>
              </a:ext>
            </a:extLst>
          </p:cNvPr>
          <p:cNvCxnSpPr/>
          <p:nvPr/>
        </p:nvCxnSpPr>
        <p:spPr>
          <a:xfrm>
            <a:off x="2051704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AED33FD-39B0-B352-E651-FC3BFC241E64}"/>
              </a:ext>
            </a:extLst>
          </p:cNvPr>
          <p:cNvCxnSpPr/>
          <p:nvPr/>
        </p:nvCxnSpPr>
        <p:spPr>
          <a:xfrm flipV="1">
            <a:off x="2195752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B472178-21A6-5ACC-2DF4-65B9397E820B}"/>
              </a:ext>
            </a:extLst>
          </p:cNvPr>
          <p:cNvCxnSpPr/>
          <p:nvPr/>
        </p:nvCxnSpPr>
        <p:spPr>
          <a:xfrm>
            <a:off x="2195736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C202275-B9D5-899E-2CE6-0E078011FFDD}"/>
              </a:ext>
            </a:extLst>
          </p:cNvPr>
          <p:cNvCxnSpPr/>
          <p:nvPr/>
        </p:nvCxnSpPr>
        <p:spPr>
          <a:xfrm flipV="1">
            <a:off x="2339752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06A9288-2775-B2BE-8E22-14635092160B}"/>
              </a:ext>
            </a:extLst>
          </p:cNvPr>
          <p:cNvCxnSpPr/>
          <p:nvPr/>
        </p:nvCxnSpPr>
        <p:spPr>
          <a:xfrm>
            <a:off x="2339736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98091333-007A-E8E3-E55D-196775B2D713}"/>
              </a:ext>
            </a:extLst>
          </p:cNvPr>
          <p:cNvCxnSpPr/>
          <p:nvPr/>
        </p:nvCxnSpPr>
        <p:spPr>
          <a:xfrm flipV="1">
            <a:off x="2483784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F9396274-AD98-58DD-F371-02145773E593}"/>
              </a:ext>
            </a:extLst>
          </p:cNvPr>
          <p:cNvCxnSpPr/>
          <p:nvPr/>
        </p:nvCxnSpPr>
        <p:spPr>
          <a:xfrm>
            <a:off x="2483768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B1A38C1-F3B1-81C0-0184-5C3F090F6581}"/>
              </a:ext>
            </a:extLst>
          </p:cNvPr>
          <p:cNvCxnSpPr/>
          <p:nvPr/>
        </p:nvCxnSpPr>
        <p:spPr>
          <a:xfrm flipV="1">
            <a:off x="2627784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0ED7D5B-8870-8AD4-204C-C5E410FDE332}"/>
              </a:ext>
            </a:extLst>
          </p:cNvPr>
          <p:cNvCxnSpPr/>
          <p:nvPr/>
        </p:nvCxnSpPr>
        <p:spPr>
          <a:xfrm>
            <a:off x="2627768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F1E5BC0-5A4F-D861-DBC6-69EAC2F55512}"/>
              </a:ext>
            </a:extLst>
          </p:cNvPr>
          <p:cNvCxnSpPr/>
          <p:nvPr/>
        </p:nvCxnSpPr>
        <p:spPr>
          <a:xfrm flipV="1">
            <a:off x="2771816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0046A19-EE15-04EA-F477-1ED2FD99F2D6}"/>
              </a:ext>
            </a:extLst>
          </p:cNvPr>
          <p:cNvCxnSpPr/>
          <p:nvPr/>
        </p:nvCxnSpPr>
        <p:spPr>
          <a:xfrm>
            <a:off x="2771800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4DEE684-1217-44A7-8111-D68D7CF0F186}"/>
              </a:ext>
            </a:extLst>
          </p:cNvPr>
          <p:cNvCxnSpPr/>
          <p:nvPr/>
        </p:nvCxnSpPr>
        <p:spPr>
          <a:xfrm flipV="1">
            <a:off x="2915816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235607C-40EE-4A36-899A-B76B0B10C9BA}"/>
              </a:ext>
            </a:extLst>
          </p:cNvPr>
          <p:cNvCxnSpPr/>
          <p:nvPr/>
        </p:nvCxnSpPr>
        <p:spPr>
          <a:xfrm>
            <a:off x="2915800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96C5AE6-D6A4-78E5-D1A2-20BDD91B1B25}"/>
              </a:ext>
            </a:extLst>
          </p:cNvPr>
          <p:cNvCxnSpPr/>
          <p:nvPr/>
        </p:nvCxnSpPr>
        <p:spPr>
          <a:xfrm flipV="1">
            <a:off x="3059848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0FF147D5-9B97-0C38-BAA8-568320109936}"/>
              </a:ext>
            </a:extLst>
          </p:cNvPr>
          <p:cNvCxnSpPr/>
          <p:nvPr/>
        </p:nvCxnSpPr>
        <p:spPr>
          <a:xfrm>
            <a:off x="3059832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D246ED1-6D45-B024-4BBD-884D521293C8}"/>
              </a:ext>
            </a:extLst>
          </p:cNvPr>
          <p:cNvCxnSpPr/>
          <p:nvPr/>
        </p:nvCxnSpPr>
        <p:spPr>
          <a:xfrm flipV="1">
            <a:off x="3203848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13CB05E7-8C60-B8BE-D28E-5647AF164FF5}"/>
              </a:ext>
            </a:extLst>
          </p:cNvPr>
          <p:cNvCxnSpPr/>
          <p:nvPr/>
        </p:nvCxnSpPr>
        <p:spPr>
          <a:xfrm>
            <a:off x="3203832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DEB9ACA7-BDA6-D003-6B70-F0894E8E8EE3}"/>
              </a:ext>
            </a:extLst>
          </p:cNvPr>
          <p:cNvCxnSpPr/>
          <p:nvPr/>
        </p:nvCxnSpPr>
        <p:spPr>
          <a:xfrm flipV="1">
            <a:off x="3347880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0AAFAD2-30B9-D92D-5F4C-6D63FDD9C301}"/>
              </a:ext>
            </a:extLst>
          </p:cNvPr>
          <p:cNvCxnSpPr/>
          <p:nvPr/>
        </p:nvCxnSpPr>
        <p:spPr>
          <a:xfrm>
            <a:off x="3347864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84C32FE-166E-F336-6691-9CDDA6098E69}"/>
              </a:ext>
            </a:extLst>
          </p:cNvPr>
          <p:cNvCxnSpPr/>
          <p:nvPr/>
        </p:nvCxnSpPr>
        <p:spPr>
          <a:xfrm flipV="1">
            <a:off x="3491880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D432FF7-7512-98B9-E82A-0ABACDCCE0C4}"/>
              </a:ext>
            </a:extLst>
          </p:cNvPr>
          <p:cNvCxnSpPr/>
          <p:nvPr/>
        </p:nvCxnSpPr>
        <p:spPr>
          <a:xfrm>
            <a:off x="3491864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6AE5740-0588-54E4-089F-B7B6E08ED0FC}"/>
              </a:ext>
            </a:extLst>
          </p:cNvPr>
          <p:cNvCxnSpPr/>
          <p:nvPr/>
        </p:nvCxnSpPr>
        <p:spPr>
          <a:xfrm flipV="1">
            <a:off x="3635912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1AC1B44-F883-8A96-E56E-22A781B6A587}"/>
              </a:ext>
            </a:extLst>
          </p:cNvPr>
          <p:cNvCxnSpPr/>
          <p:nvPr/>
        </p:nvCxnSpPr>
        <p:spPr>
          <a:xfrm>
            <a:off x="3635896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FB27EC2-06EE-1ABF-40D2-05A9CE8893C9}"/>
              </a:ext>
            </a:extLst>
          </p:cNvPr>
          <p:cNvCxnSpPr/>
          <p:nvPr/>
        </p:nvCxnSpPr>
        <p:spPr>
          <a:xfrm flipV="1">
            <a:off x="3779912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F2CBB0D-C4AA-730A-33E2-3E0E1F95E7B7}"/>
              </a:ext>
            </a:extLst>
          </p:cNvPr>
          <p:cNvCxnSpPr/>
          <p:nvPr/>
        </p:nvCxnSpPr>
        <p:spPr>
          <a:xfrm>
            <a:off x="3779896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EFD5E82-CC70-5AAB-62CA-6126ADCB2FB2}"/>
              </a:ext>
            </a:extLst>
          </p:cNvPr>
          <p:cNvCxnSpPr/>
          <p:nvPr/>
        </p:nvCxnSpPr>
        <p:spPr>
          <a:xfrm flipV="1">
            <a:off x="3923944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CC524AA-D01E-5F19-7836-C2B38D775F35}"/>
              </a:ext>
            </a:extLst>
          </p:cNvPr>
          <p:cNvCxnSpPr/>
          <p:nvPr/>
        </p:nvCxnSpPr>
        <p:spPr>
          <a:xfrm>
            <a:off x="3923928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B9FE558-B348-E714-E75E-67D6A04CB3F1}"/>
              </a:ext>
            </a:extLst>
          </p:cNvPr>
          <p:cNvCxnSpPr/>
          <p:nvPr/>
        </p:nvCxnSpPr>
        <p:spPr>
          <a:xfrm flipV="1">
            <a:off x="4067944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5E7ECC9-4AC9-B6A6-5B8D-C7FA676F2E57}"/>
              </a:ext>
            </a:extLst>
          </p:cNvPr>
          <p:cNvCxnSpPr/>
          <p:nvPr/>
        </p:nvCxnSpPr>
        <p:spPr>
          <a:xfrm>
            <a:off x="4067928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34B6AAD-8670-EC8F-ABA9-68B7505F316D}"/>
              </a:ext>
            </a:extLst>
          </p:cNvPr>
          <p:cNvCxnSpPr/>
          <p:nvPr/>
        </p:nvCxnSpPr>
        <p:spPr>
          <a:xfrm flipV="1">
            <a:off x="4211976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83C7324-EA8A-6C33-BDAC-35D8A2153732}"/>
              </a:ext>
            </a:extLst>
          </p:cNvPr>
          <p:cNvCxnSpPr/>
          <p:nvPr/>
        </p:nvCxnSpPr>
        <p:spPr>
          <a:xfrm>
            <a:off x="4211960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BB1E7E8-9B85-8237-364E-EF209C9E0858}"/>
              </a:ext>
            </a:extLst>
          </p:cNvPr>
          <p:cNvCxnSpPr/>
          <p:nvPr/>
        </p:nvCxnSpPr>
        <p:spPr>
          <a:xfrm flipV="1">
            <a:off x="4355976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097A5D9F-42B5-0E7B-A135-1ECB3AD8F9E8}"/>
              </a:ext>
            </a:extLst>
          </p:cNvPr>
          <p:cNvCxnSpPr/>
          <p:nvPr/>
        </p:nvCxnSpPr>
        <p:spPr>
          <a:xfrm>
            <a:off x="4355960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8EFEF929-6CE6-E0E6-AFC7-A2565EB11C3C}"/>
              </a:ext>
            </a:extLst>
          </p:cNvPr>
          <p:cNvCxnSpPr/>
          <p:nvPr/>
        </p:nvCxnSpPr>
        <p:spPr>
          <a:xfrm flipV="1">
            <a:off x="4500008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2D61DCA1-D4F5-18BF-5AD9-B337C287F801}"/>
              </a:ext>
            </a:extLst>
          </p:cNvPr>
          <p:cNvCxnSpPr/>
          <p:nvPr/>
        </p:nvCxnSpPr>
        <p:spPr>
          <a:xfrm>
            <a:off x="4499992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676B7AB-42AB-CE2C-5E31-35C6A8F6740A}"/>
              </a:ext>
            </a:extLst>
          </p:cNvPr>
          <p:cNvCxnSpPr/>
          <p:nvPr/>
        </p:nvCxnSpPr>
        <p:spPr>
          <a:xfrm flipV="1">
            <a:off x="4644008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43BA886-2C0A-4A84-0DD9-0D8AEABA5B72}"/>
              </a:ext>
            </a:extLst>
          </p:cNvPr>
          <p:cNvCxnSpPr/>
          <p:nvPr/>
        </p:nvCxnSpPr>
        <p:spPr>
          <a:xfrm>
            <a:off x="4643992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7B92737-64C5-E2F9-F1CA-30010A862D6E}"/>
              </a:ext>
            </a:extLst>
          </p:cNvPr>
          <p:cNvCxnSpPr/>
          <p:nvPr/>
        </p:nvCxnSpPr>
        <p:spPr>
          <a:xfrm flipV="1">
            <a:off x="4788040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83D5128-0C84-6446-A993-ED80DBF33835}"/>
              </a:ext>
            </a:extLst>
          </p:cNvPr>
          <p:cNvCxnSpPr/>
          <p:nvPr/>
        </p:nvCxnSpPr>
        <p:spPr>
          <a:xfrm>
            <a:off x="4788024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E7CC47A-0A28-6CF9-2D3E-1CF0C01A2F31}"/>
              </a:ext>
            </a:extLst>
          </p:cNvPr>
          <p:cNvCxnSpPr/>
          <p:nvPr/>
        </p:nvCxnSpPr>
        <p:spPr>
          <a:xfrm flipV="1">
            <a:off x="4932040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6E45082-2CBB-FF36-DF8B-6B9C490D3961}"/>
              </a:ext>
            </a:extLst>
          </p:cNvPr>
          <p:cNvCxnSpPr/>
          <p:nvPr/>
        </p:nvCxnSpPr>
        <p:spPr>
          <a:xfrm>
            <a:off x="4932024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19822D8-F573-29EC-BFE7-65FF94BFA0B7}"/>
              </a:ext>
            </a:extLst>
          </p:cNvPr>
          <p:cNvCxnSpPr/>
          <p:nvPr/>
        </p:nvCxnSpPr>
        <p:spPr>
          <a:xfrm flipV="1">
            <a:off x="5076072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AE0AA2C-55D2-2007-EE01-AAB1FD147996}"/>
              </a:ext>
            </a:extLst>
          </p:cNvPr>
          <p:cNvCxnSpPr/>
          <p:nvPr/>
        </p:nvCxnSpPr>
        <p:spPr>
          <a:xfrm>
            <a:off x="5076056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F505BF8-489A-220E-4BD2-0B8DFCA0871C}"/>
              </a:ext>
            </a:extLst>
          </p:cNvPr>
          <p:cNvCxnSpPr/>
          <p:nvPr/>
        </p:nvCxnSpPr>
        <p:spPr>
          <a:xfrm>
            <a:off x="5940152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694F7A6-4EE2-AD39-3594-83DBC175102B}"/>
              </a:ext>
            </a:extLst>
          </p:cNvPr>
          <p:cNvCxnSpPr/>
          <p:nvPr/>
        </p:nvCxnSpPr>
        <p:spPr>
          <a:xfrm flipV="1">
            <a:off x="6084168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551420E7-9F4C-E638-61AC-02AAAB5A2249}"/>
              </a:ext>
            </a:extLst>
          </p:cNvPr>
          <p:cNvCxnSpPr/>
          <p:nvPr/>
        </p:nvCxnSpPr>
        <p:spPr>
          <a:xfrm>
            <a:off x="6084152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9FA791C5-10AB-7C7A-E1B1-1EB3C9E38C25}"/>
              </a:ext>
            </a:extLst>
          </p:cNvPr>
          <p:cNvCxnSpPr/>
          <p:nvPr/>
        </p:nvCxnSpPr>
        <p:spPr>
          <a:xfrm flipV="1">
            <a:off x="6228200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DDFBE86-26D7-91A8-0387-E019569BADB0}"/>
              </a:ext>
            </a:extLst>
          </p:cNvPr>
          <p:cNvCxnSpPr/>
          <p:nvPr/>
        </p:nvCxnSpPr>
        <p:spPr>
          <a:xfrm>
            <a:off x="6228184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3C89E62B-1D25-A1B9-BCF8-A50DF6D241DD}"/>
              </a:ext>
            </a:extLst>
          </p:cNvPr>
          <p:cNvCxnSpPr/>
          <p:nvPr/>
        </p:nvCxnSpPr>
        <p:spPr>
          <a:xfrm flipV="1">
            <a:off x="6372200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BF3D434-821F-A5CB-616F-BD5ABAE6510F}"/>
              </a:ext>
            </a:extLst>
          </p:cNvPr>
          <p:cNvCxnSpPr/>
          <p:nvPr/>
        </p:nvCxnSpPr>
        <p:spPr>
          <a:xfrm>
            <a:off x="6372184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9FF9505-B253-7AB5-752E-3A81153A668D}"/>
              </a:ext>
            </a:extLst>
          </p:cNvPr>
          <p:cNvCxnSpPr/>
          <p:nvPr/>
        </p:nvCxnSpPr>
        <p:spPr>
          <a:xfrm flipV="1">
            <a:off x="6516232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B066853-128D-F3B8-5A0C-C2D0EA2A6775}"/>
              </a:ext>
            </a:extLst>
          </p:cNvPr>
          <p:cNvCxnSpPr/>
          <p:nvPr/>
        </p:nvCxnSpPr>
        <p:spPr>
          <a:xfrm>
            <a:off x="6516216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4BF7EC7C-9105-A0B3-A72D-A6373925AE8B}"/>
              </a:ext>
            </a:extLst>
          </p:cNvPr>
          <p:cNvCxnSpPr/>
          <p:nvPr/>
        </p:nvCxnSpPr>
        <p:spPr>
          <a:xfrm flipV="1">
            <a:off x="6660232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A5F6273-068E-9C4E-AC2D-9E20A168CA3B}"/>
              </a:ext>
            </a:extLst>
          </p:cNvPr>
          <p:cNvCxnSpPr/>
          <p:nvPr/>
        </p:nvCxnSpPr>
        <p:spPr>
          <a:xfrm>
            <a:off x="6660216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92E8463-B240-E81F-2D91-AC14DBBBDB24}"/>
              </a:ext>
            </a:extLst>
          </p:cNvPr>
          <p:cNvCxnSpPr/>
          <p:nvPr/>
        </p:nvCxnSpPr>
        <p:spPr>
          <a:xfrm flipV="1">
            <a:off x="6804264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3CB297F7-77DB-4A1A-61C6-446C03989A7A}"/>
              </a:ext>
            </a:extLst>
          </p:cNvPr>
          <p:cNvCxnSpPr/>
          <p:nvPr/>
        </p:nvCxnSpPr>
        <p:spPr>
          <a:xfrm>
            <a:off x="6804248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6BC9EBB6-9499-54E1-CB02-F9540FAE3F15}"/>
              </a:ext>
            </a:extLst>
          </p:cNvPr>
          <p:cNvCxnSpPr/>
          <p:nvPr/>
        </p:nvCxnSpPr>
        <p:spPr>
          <a:xfrm flipV="1">
            <a:off x="6948264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A6C8C1A-251C-808B-3D1D-6BC2A41A33DB}"/>
              </a:ext>
            </a:extLst>
          </p:cNvPr>
          <p:cNvCxnSpPr/>
          <p:nvPr/>
        </p:nvCxnSpPr>
        <p:spPr>
          <a:xfrm>
            <a:off x="6948248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5FE3602-750B-E1E0-196F-5C74BD4A0112}"/>
              </a:ext>
            </a:extLst>
          </p:cNvPr>
          <p:cNvCxnSpPr/>
          <p:nvPr/>
        </p:nvCxnSpPr>
        <p:spPr>
          <a:xfrm flipV="1">
            <a:off x="7092296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2A6712F0-2F9F-796A-CEC7-D2D085A910E1}"/>
              </a:ext>
            </a:extLst>
          </p:cNvPr>
          <p:cNvCxnSpPr/>
          <p:nvPr/>
        </p:nvCxnSpPr>
        <p:spPr>
          <a:xfrm>
            <a:off x="7092280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80E0952-DB52-8E2B-9BB9-EC694A434E26}"/>
              </a:ext>
            </a:extLst>
          </p:cNvPr>
          <p:cNvCxnSpPr/>
          <p:nvPr/>
        </p:nvCxnSpPr>
        <p:spPr>
          <a:xfrm flipV="1">
            <a:off x="7236296" y="254306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8D276087-1948-1D7A-64C1-CA0515273C1E}"/>
              </a:ext>
            </a:extLst>
          </p:cNvPr>
          <p:cNvCxnSpPr/>
          <p:nvPr/>
        </p:nvCxnSpPr>
        <p:spPr>
          <a:xfrm>
            <a:off x="7236280" y="2543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D47D0E9A-06BA-A28B-D376-ACC5C3D85D74}"/>
              </a:ext>
            </a:extLst>
          </p:cNvPr>
          <p:cNvCxnSpPr/>
          <p:nvPr/>
        </p:nvCxnSpPr>
        <p:spPr>
          <a:xfrm flipV="1">
            <a:off x="7380328" y="254304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A78C14D-C969-0CDC-FA53-C6369BCAB9BE}"/>
              </a:ext>
            </a:extLst>
          </p:cNvPr>
          <p:cNvCxnSpPr/>
          <p:nvPr/>
        </p:nvCxnSpPr>
        <p:spPr>
          <a:xfrm>
            <a:off x="7380312" y="275906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육각형 78">
            <a:extLst>
              <a:ext uri="{FF2B5EF4-FFF2-40B4-BE49-F238E27FC236}">
                <a16:creationId xmlns:a16="http://schemas.microsoft.com/office/drawing/2014/main" id="{CBA2C76C-1B41-065B-E1BB-2FECA6508A44}"/>
              </a:ext>
            </a:extLst>
          </p:cNvPr>
          <p:cNvSpPr/>
          <p:nvPr/>
        </p:nvSpPr>
        <p:spPr>
          <a:xfrm>
            <a:off x="1763656" y="3213000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육각형 79">
            <a:extLst>
              <a:ext uri="{FF2B5EF4-FFF2-40B4-BE49-F238E27FC236}">
                <a16:creationId xmlns:a16="http://schemas.microsoft.com/office/drawing/2014/main" id="{18C6173D-3B62-F98B-5113-877E70D2E98A}"/>
              </a:ext>
            </a:extLst>
          </p:cNvPr>
          <p:cNvSpPr/>
          <p:nvPr/>
        </p:nvSpPr>
        <p:spPr>
          <a:xfrm>
            <a:off x="2051704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육각형 80">
            <a:extLst>
              <a:ext uri="{FF2B5EF4-FFF2-40B4-BE49-F238E27FC236}">
                <a16:creationId xmlns:a16="http://schemas.microsoft.com/office/drawing/2014/main" id="{DAA04ABC-E811-30E6-206A-A9208FE67D69}"/>
              </a:ext>
            </a:extLst>
          </p:cNvPr>
          <p:cNvSpPr/>
          <p:nvPr/>
        </p:nvSpPr>
        <p:spPr>
          <a:xfrm>
            <a:off x="2339736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2" name="육각형 81">
            <a:extLst>
              <a:ext uri="{FF2B5EF4-FFF2-40B4-BE49-F238E27FC236}">
                <a16:creationId xmlns:a16="http://schemas.microsoft.com/office/drawing/2014/main" id="{C46C0A0E-3AC6-A672-637D-16350D9FCC36}"/>
              </a:ext>
            </a:extLst>
          </p:cNvPr>
          <p:cNvSpPr/>
          <p:nvPr/>
        </p:nvSpPr>
        <p:spPr>
          <a:xfrm>
            <a:off x="2627768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육각형 82">
            <a:extLst>
              <a:ext uri="{FF2B5EF4-FFF2-40B4-BE49-F238E27FC236}">
                <a16:creationId xmlns:a16="http://schemas.microsoft.com/office/drawing/2014/main" id="{9BD9D9C5-62C6-C601-B118-FE37FAF9C413}"/>
              </a:ext>
            </a:extLst>
          </p:cNvPr>
          <p:cNvSpPr/>
          <p:nvPr/>
        </p:nvSpPr>
        <p:spPr>
          <a:xfrm>
            <a:off x="2915800" y="3213000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5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육각형 83">
            <a:extLst>
              <a:ext uri="{FF2B5EF4-FFF2-40B4-BE49-F238E27FC236}">
                <a16:creationId xmlns:a16="http://schemas.microsoft.com/office/drawing/2014/main" id="{E0D00F16-DBBB-2F76-B036-A3E24E5B53BB}"/>
              </a:ext>
            </a:extLst>
          </p:cNvPr>
          <p:cNvSpPr/>
          <p:nvPr/>
        </p:nvSpPr>
        <p:spPr>
          <a:xfrm>
            <a:off x="3203848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6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육각형 84">
            <a:extLst>
              <a:ext uri="{FF2B5EF4-FFF2-40B4-BE49-F238E27FC236}">
                <a16:creationId xmlns:a16="http://schemas.microsoft.com/office/drawing/2014/main" id="{56D0823D-0C06-BB77-CDEA-0876F4B96932}"/>
              </a:ext>
            </a:extLst>
          </p:cNvPr>
          <p:cNvSpPr/>
          <p:nvPr/>
        </p:nvSpPr>
        <p:spPr>
          <a:xfrm>
            <a:off x="3491880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7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육각형 85">
            <a:extLst>
              <a:ext uri="{FF2B5EF4-FFF2-40B4-BE49-F238E27FC236}">
                <a16:creationId xmlns:a16="http://schemas.microsoft.com/office/drawing/2014/main" id="{B552B9D1-2DD1-E65E-A4FF-4AA7D09E6FE0}"/>
              </a:ext>
            </a:extLst>
          </p:cNvPr>
          <p:cNvSpPr/>
          <p:nvPr/>
        </p:nvSpPr>
        <p:spPr>
          <a:xfrm>
            <a:off x="3779912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8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육각형 86">
            <a:extLst>
              <a:ext uri="{FF2B5EF4-FFF2-40B4-BE49-F238E27FC236}">
                <a16:creationId xmlns:a16="http://schemas.microsoft.com/office/drawing/2014/main" id="{DE95C4AE-1FA7-7F45-1518-68853E0BF535}"/>
              </a:ext>
            </a:extLst>
          </p:cNvPr>
          <p:cNvSpPr/>
          <p:nvPr/>
        </p:nvSpPr>
        <p:spPr>
          <a:xfrm>
            <a:off x="4067928" y="3213000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9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육각형 87">
            <a:extLst>
              <a:ext uri="{FF2B5EF4-FFF2-40B4-BE49-F238E27FC236}">
                <a16:creationId xmlns:a16="http://schemas.microsoft.com/office/drawing/2014/main" id="{692E45A5-4396-3DC7-B51B-E2FDB6FCF804}"/>
              </a:ext>
            </a:extLst>
          </p:cNvPr>
          <p:cNvSpPr/>
          <p:nvPr/>
        </p:nvSpPr>
        <p:spPr>
          <a:xfrm>
            <a:off x="4355976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육각형 88">
            <a:extLst>
              <a:ext uri="{FF2B5EF4-FFF2-40B4-BE49-F238E27FC236}">
                <a16:creationId xmlns:a16="http://schemas.microsoft.com/office/drawing/2014/main" id="{273FB523-9729-A725-3EB8-FF9CC8BCB66D}"/>
              </a:ext>
            </a:extLst>
          </p:cNvPr>
          <p:cNvSpPr/>
          <p:nvPr/>
        </p:nvSpPr>
        <p:spPr>
          <a:xfrm>
            <a:off x="4644008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육각형 89">
            <a:extLst>
              <a:ext uri="{FF2B5EF4-FFF2-40B4-BE49-F238E27FC236}">
                <a16:creationId xmlns:a16="http://schemas.microsoft.com/office/drawing/2014/main" id="{895F1E2B-08CF-C698-C60E-AE0B2D6D3AAD}"/>
              </a:ext>
            </a:extLst>
          </p:cNvPr>
          <p:cNvSpPr/>
          <p:nvPr/>
        </p:nvSpPr>
        <p:spPr>
          <a:xfrm>
            <a:off x="4932040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육각형 90">
            <a:extLst>
              <a:ext uri="{FF2B5EF4-FFF2-40B4-BE49-F238E27FC236}">
                <a16:creationId xmlns:a16="http://schemas.microsoft.com/office/drawing/2014/main" id="{D7C7B2C0-A567-D85D-D4AA-49F3F36D8869}"/>
              </a:ext>
            </a:extLst>
          </p:cNvPr>
          <p:cNvSpPr/>
          <p:nvPr/>
        </p:nvSpPr>
        <p:spPr>
          <a:xfrm>
            <a:off x="6084184" y="3213000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육각형 91">
            <a:extLst>
              <a:ext uri="{FF2B5EF4-FFF2-40B4-BE49-F238E27FC236}">
                <a16:creationId xmlns:a16="http://schemas.microsoft.com/office/drawing/2014/main" id="{AFE026F5-D6EA-72A4-6590-71063BA4C6E6}"/>
              </a:ext>
            </a:extLst>
          </p:cNvPr>
          <p:cNvSpPr/>
          <p:nvPr/>
        </p:nvSpPr>
        <p:spPr>
          <a:xfrm>
            <a:off x="6372232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육각형 92">
            <a:extLst>
              <a:ext uri="{FF2B5EF4-FFF2-40B4-BE49-F238E27FC236}">
                <a16:creationId xmlns:a16="http://schemas.microsoft.com/office/drawing/2014/main" id="{C782FFB7-8A24-C89F-4DAA-80AB7460EB11}"/>
              </a:ext>
            </a:extLst>
          </p:cNvPr>
          <p:cNvSpPr/>
          <p:nvPr/>
        </p:nvSpPr>
        <p:spPr>
          <a:xfrm>
            <a:off x="6660264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육각형 93">
            <a:extLst>
              <a:ext uri="{FF2B5EF4-FFF2-40B4-BE49-F238E27FC236}">
                <a16:creationId xmlns:a16="http://schemas.microsoft.com/office/drawing/2014/main" id="{18C3D0E7-00EE-B57F-46ED-EEE7B98C45F3}"/>
              </a:ext>
            </a:extLst>
          </p:cNvPr>
          <p:cNvSpPr/>
          <p:nvPr/>
        </p:nvSpPr>
        <p:spPr>
          <a:xfrm>
            <a:off x="6948296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육각형 94">
            <a:extLst>
              <a:ext uri="{FF2B5EF4-FFF2-40B4-BE49-F238E27FC236}">
                <a16:creationId xmlns:a16="http://schemas.microsoft.com/office/drawing/2014/main" id="{7C84A6A9-E327-D832-E4D4-EFC9E6198BB3}"/>
              </a:ext>
            </a:extLst>
          </p:cNvPr>
          <p:cNvSpPr/>
          <p:nvPr/>
        </p:nvSpPr>
        <p:spPr>
          <a:xfrm>
            <a:off x="7236296" y="3213000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7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C1B5A39-56E0-953E-B729-A163020AA436}"/>
              </a:ext>
            </a:extLst>
          </p:cNvPr>
          <p:cNvSpPr txBox="1"/>
          <p:nvPr/>
        </p:nvSpPr>
        <p:spPr>
          <a:xfrm>
            <a:off x="4351522" y="3213507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10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699094-C3DA-71A5-72FA-1D53F3B48419}"/>
              </a:ext>
            </a:extLst>
          </p:cNvPr>
          <p:cNvSpPr txBox="1"/>
          <p:nvPr/>
        </p:nvSpPr>
        <p:spPr>
          <a:xfrm>
            <a:off x="4628736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11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5E8E15B-1FAC-B128-FA49-AD81FA0F0F17}"/>
              </a:ext>
            </a:extLst>
          </p:cNvPr>
          <p:cNvSpPr txBox="1"/>
          <p:nvPr/>
        </p:nvSpPr>
        <p:spPr>
          <a:xfrm>
            <a:off x="4916768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12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CA2566C-7594-50AC-05BE-07CB2C1CE069}"/>
              </a:ext>
            </a:extLst>
          </p:cNvPr>
          <p:cNvSpPr txBox="1"/>
          <p:nvPr/>
        </p:nvSpPr>
        <p:spPr>
          <a:xfrm>
            <a:off x="6084168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63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C194925-12FB-27F0-7361-B68C37A722E3}"/>
              </a:ext>
            </a:extLst>
          </p:cNvPr>
          <p:cNvSpPr txBox="1"/>
          <p:nvPr/>
        </p:nvSpPr>
        <p:spPr>
          <a:xfrm>
            <a:off x="6372974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64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DFCB4A-ABAF-CEB6-CD7C-ECE9105AF137}"/>
              </a:ext>
            </a:extLst>
          </p:cNvPr>
          <p:cNvSpPr txBox="1"/>
          <p:nvPr/>
        </p:nvSpPr>
        <p:spPr>
          <a:xfrm>
            <a:off x="6661006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65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17F2B1F-D190-A49A-DE20-9D6169BFEBD0}"/>
              </a:ext>
            </a:extLst>
          </p:cNvPr>
          <p:cNvSpPr txBox="1"/>
          <p:nvPr/>
        </p:nvSpPr>
        <p:spPr>
          <a:xfrm>
            <a:off x="6949038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66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D97082B-6C08-6246-C1EC-1DE9FFFD18B9}"/>
              </a:ext>
            </a:extLst>
          </p:cNvPr>
          <p:cNvSpPr txBox="1"/>
          <p:nvPr/>
        </p:nvSpPr>
        <p:spPr>
          <a:xfrm>
            <a:off x="7236296" y="3212976"/>
            <a:ext cx="2872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latin typeface="+mn-ea"/>
              </a:rPr>
              <a:t>67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468E4DC-044A-25B7-4551-5DA4B3E658D1}"/>
              </a:ext>
            </a:extLst>
          </p:cNvPr>
          <p:cNvSpPr txBox="1"/>
          <p:nvPr/>
        </p:nvSpPr>
        <p:spPr>
          <a:xfrm>
            <a:off x="1008353" y="2380818"/>
            <a:ext cx="7553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/>
              <a:t>sys_clk</a:t>
            </a:r>
            <a:endParaRPr lang="en-US" altLang="ko-KR" sz="1000" dirty="0"/>
          </a:p>
          <a:p>
            <a:pPr algn="ctr"/>
            <a:r>
              <a:rPr lang="en-US" altLang="ko-KR" sz="1000" dirty="0"/>
              <a:t>: </a:t>
            </a:r>
            <a:r>
              <a:rPr lang="en-US" altLang="ko-KR" sz="1000" dirty="0" err="1"/>
              <a:t>100MHZ</a:t>
            </a:r>
            <a:endParaRPr lang="ko-KR" altLang="en-US"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95185C5-7AEF-E40B-0A23-689B00C6E4C8}"/>
              </a:ext>
            </a:extLst>
          </p:cNvPr>
          <p:cNvSpPr txBox="1"/>
          <p:nvPr/>
        </p:nvSpPr>
        <p:spPr>
          <a:xfrm>
            <a:off x="1025986" y="3167390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clk_cnt</a:t>
            </a:r>
            <a:endParaRPr lang="ko-KR" altLang="en-US" sz="1100" b="1" dirty="0"/>
          </a:p>
        </p:txBody>
      </p:sp>
      <p:sp>
        <p:nvSpPr>
          <p:cNvPr id="106" name="육각형 105">
            <a:extLst>
              <a:ext uri="{FF2B5EF4-FFF2-40B4-BE49-F238E27FC236}">
                <a16:creationId xmlns:a16="http://schemas.microsoft.com/office/drawing/2014/main" id="{80DE075C-7696-7534-E4AA-418C93921B44}"/>
              </a:ext>
            </a:extLst>
          </p:cNvPr>
          <p:cNvSpPr/>
          <p:nvPr/>
        </p:nvSpPr>
        <p:spPr>
          <a:xfrm>
            <a:off x="7524328" y="3213000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육각형 106">
            <a:extLst>
              <a:ext uri="{FF2B5EF4-FFF2-40B4-BE49-F238E27FC236}">
                <a16:creationId xmlns:a16="http://schemas.microsoft.com/office/drawing/2014/main" id="{5A6FA148-20AC-8E40-36BB-8F84961FE8A3}"/>
              </a:ext>
            </a:extLst>
          </p:cNvPr>
          <p:cNvSpPr/>
          <p:nvPr/>
        </p:nvSpPr>
        <p:spPr>
          <a:xfrm>
            <a:off x="7812376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8" name="육각형 107">
            <a:extLst>
              <a:ext uri="{FF2B5EF4-FFF2-40B4-BE49-F238E27FC236}">
                <a16:creationId xmlns:a16="http://schemas.microsoft.com/office/drawing/2014/main" id="{D74634B0-9FD2-2310-92B0-8AF9FD49EB89}"/>
              </a:ext>
            </a:extLst>
          </p:cNvPr>
          <p:cNvSpPr/>
          <p:nvPr/>
        </p:nvSpPr>
        <p:spPr>
          <a:xfrm>
            <a:off x="8100408" y="3212976"/>
            <a:ext cx="288032" cy="216000"/>
          </a:xfrm>
          <a:prstGeom prst="hexagon">
            <a:avLst/>
          </a:prstGeom>
          <a:solidFill>
            <a:schemeClr val="bg1">
              <a:lumMod val="9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7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4EA4DC4D-637F-2235-614C-A885EDF8BD88}"/>
              </a:ext>
            </a:extLst>
          </p:cNvPr>
          <p:cNvCxnSpPr/>
          <p:nvPr/>
        </p:nvCxnSpPr>
        <p:spPr>
          <a:xfrm flipV="1">
            <a:off x="7524344" y="25404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67C66A08-1811-BB35-4EE3-C31ED1331D2A}"/>
              </a:ext>
            </a:extLst>
          </p:cNvPr>
          <p:cNvCxnSpPr/>
          <p:nvPr/>
        </p:nvCxnSpPr>
        <p:spPr>
          <a:xfrm>
            <a:off x="7524328" y="25404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00502F3-146F-2875-83D9-A5D12BAA0373}"/>
              </a:ext>
            </a:extLst>
          </p:cNvPr>
          <p:cNvCxnSpPr/>
          <p:nvPr/>
        </p:nvCxnSpPr>
        <p:spPr>
          <a:xfrm flipV="1">
            <a:off x="7668376" y="25404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9AE5D307-593C-C743-019E-C50668A0A4A2}"/>
              </a:ext>
            </a:extLst>
          </p:cNvPr>
          <p:cNvCxnSpPr/>
          <p:nvPr/>
        </p:nvCxnSpPr>
        <p:spPr>
          <a:xfrm>
            <a:off x="7668360" y="27564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E0A063B-6E2B-D8AC-6B30-15047CC57A4F}"/>
              </a:ext>
            </a:extLst>
          </p:cNvPr>
          <p:cNvCxnSpPr/>
          <p:nvPr/>
        </p:nvCxnSpPr>
        <p:spPr>
          <a:xfrm flipV="1">
            <a:off x="7812376" y="25404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99E85AD7-ED33-2E3E-7033-49C0E6A63469}"/>
              </a:ext>
            </a:extLst>
          </p:cNvPr>
          <p:cNvCxnSpPr/>
          <p:nvPr/>
        </p:nvCxnSpPr>
        <p:spPr>
          <a:xfrm>
            <a:off x="7812360" y="25404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B978264B-C923-9405-6E40-2C18F0135CC7}"/>
              </a:ext>
            </a:extLst>
          </p:cNvPr>
          <p:cNvCxnSpPr/>
          <p:nvPr/>
        </p:nvCxnSpPr>
        <p:spPr>
          <a:xfrm flipV="1">
            <a:off x="7956408" y="25404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8297B686-7A24-E0D2-A1AA-6F62A06AF601}"/>
              </a:ext>
            </a:extLst>
          </p:cNvPr>
          <p:cNvCxnSpPr/>
          <p:nvPr/>
        </p:nvCxnSpPr>
        <p:spPr>
          <a:xfrm>
            <a:off x="7956392" y="27564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E12CA5F1-238B-B70E-D65B-EC5750348DBC}"/>
              </a:ext>
            </a:extLst>
          </p:cNvPr>
          <p:cNvCxnSpPr/>
          <p:nvPr/>
        </p:nvCxnSpPr>
        <p:spPr>
          <a:xfrm flipV="1">
            <a:off x="8100408" y="25404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7CA4B64B-2AF8-A087-7E4B-B09DA2E6858C}"/>
              </a:ext>
            </a:extLst>
          </p:cNvPr>
          <p:cNvCxnSpPr/>
          <p:nvPr/>
        </p:nvCxnSpPr>
        <p:spPr>
          <a:xfrm>
            <a:off x="8100392" y="25404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1EC91145-FA68-5635-9E1F-3E170185E1D1}"/>
              </a:ext>
            </a:extLst>
          </p:cNvPr>
          <p:cNvCxnSpPr/>
          <p:nvPr/>
        </p:nvCxnSpPr>
        <p:spPr>
          <a:xfrm flipV="1">
            <a:off x="8244440" y="25404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AAA9CA8-9405-F8AD-198D-B54504802348}"/>
              </a:ext>
            </a:extLst>
          </p:cNvPr>
          <p:cNvCxnSpPr/>
          <p:nvPr/>
        </p:nvCxnSpPr>
        <p:spPr>
          <a:xfrm>
            <a:off x="8244424" y="27564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2D7F4550-3821-21EF-D0FC-1E06B4209FD1}"/>
              </a:ext>
            </a:extLst>
          </p:cNvPr>
          <p:cNvCxnSpPr/>
          <p:nvPr/>
        </p:nvCxnSpPr>
        <p:spPr>
          <a:xfrm>
            <a:off x="2195704" y="2780928"/>
            <a:ext cx="0" cy="11521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BBAF9D21-4896-36DC-5199-4DD76CF0B163}"/>
              </a:ext>
            </a:extLst>
          </p:cNvPr>
          <p:cNvCxnSpPr/>
          <p:nvPr/>
        </p:nvCxnSpPr>
        <p:spPr>
          <a:xfrm>
            <a:off x="7092280" y="2780928"/>
            <a:ext cx="0" cy="11521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699B3EC8-42CB-917A-CDA7-23DCC1D4106D}"/>
              </a:ext>
            </a:extLst>
          </p:cNvPr>
          <p:cNvCxnSpPr/>
          <p:nvPr/>
        </p:nvCxnSpPr>
        <p:spPr>
          <a:xfrm flipV="1">
            <a:off x="2195736" y="4005064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EF0C3F17-8512-C7CB-1077-42D69BEECFA9}"/>
              </a:ext>
            </a:extLst>
          </p:cNvPr>
          <p:cNvCxnSpPr/>
          <p:nvPr/>
        </p:nvCxnSpPr>
        <p:spPr>
          <a:xfrm flipV="1">
            <a:off x="7092280" y="4005064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B2A11FC1-BCC1-1640-3CFB-69EA640E70BB}"/>
              </a:ext>
            </a:extLst>
          </p:cNvPr>
          <p:cNvCxnSpPr/>
          <p:nvPr/>
        </p:nvCxnSpPr>
        <p:spPr>
          <a:xfrm>
            <a:off x="2195704" y="4005064"/>
            <a:ext cx="48965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C6EC8EE-1C35-4B90-C9E9-6F60B5E59D9A}"/>
              </a:ext>
            </a:extLst>
          </p:cNvPr>
          <p:cNvCxnSpPr/>
          <p:nvPr/>
        </p:nvCxnSpPr>
        <p:spPr>
          <a:xfrm flipH="1">
            <a:off x="1691656" y="4221064"/>
            <a:ext cx="504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AB25B69E-EFD1-1810-5802-E881DEBD162C}"/>
              </a:ext>
            </a:extLst>
          </p:cNvPr>
          <p:cNvCxnSpPr/>
          <p:nvPr/>
        </p:nvCxnSpPr>
        <p:spPr>
          <a:xfrm>
            <a:off x="7092248" y="4221064"/>
            <a:ext cx="86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2BAF6073-360D-B8E3-E3DF-1FCF98CB94C3}"/>
              </a:ext>
            </a:extLst>
          </p:cNvPr>
          <p:cNvCxnSpPr/>
          <p:nvPr/>
        </p:nvCxnSpPr>
        <p:spPr>
          <a:xfrm>
            <a:off x="1691656" y="4653112"/>
            <a:ext cx="648080" cy="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8CE23C90-D97C-4DFD-4A92-34699151CF37}"/>
              </a:ext>
            </a:extLst>
          </p:cNvPr>
          <p:cNvCxnSpPr/>
          <p:nvPr/>
        </p:nvCxnSpPr>
        <p:spPr>
          <a:xfrm flipV="1">
            <a:off x="2339752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12E3AE5F-9540-93AA-213C-CA2FF265BA0D}"/>
              </a:ext>
            </a:extLst>
          </p:cNvPr>
          <p:cNvCxnSpPr/>
          <p:nvPr/>
        </p:nvCxnSpPr>
        <p:spPr>
          <a:xfrm>
            <a:off x="2339736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2DD55688-F8CB-3AE5-6D8C-209ED48A35EE}"/>
              </a:ext>
            </a:extLst>
          </p:cNvPr>
          <p:cNvCxnSpPr/>
          <p:nvPr/>
        </p:nvCxnSpPr>
        <p:spPr>
          <a:xfrm flipV="1">
            <a:off x="2483784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4B68DEC6-7A2B-1AAB-6895-37222F897667}"/>
              </a:ext>
            </a:extLst>
          </p:cNvPr>
          <p:cNvCxnSpPr/>
          <p:nvPr/>
        </p:nvCxnSpPr>
        <p:spPr>
          <a:xfrm>
            <a:off x="2483768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E2AC84CE-31DE-9830-640F-FD7EFDDD7A00}"/>
              </a:ext>
            </a:extLst>
          </p:cNvPr>
          <p:cNvCxnSpPr/>
          <p:nvPr/>
        </p:nvCxnSpPr>
        <p:spPr>
          <a:xfrm flipV="1">
            <a:off x="2627784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D23307AD-A1D8-ED04-CBDF-2DF5DEA4EB65}"/>
              </a:ext>
            </a:extLst>
          </p:cNvPr>
          <p:cNvCxnSpPr/>
          <p:nvPr/>
        </p:nvCxnSpPr>
        <p:spPr>
          <a:xfrm>
            <a:off x="2627768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4A194391-062D-4996-ADE6-7DB8CB0E3319}"/>
              </a:ext>
            </a:extLst>
          </p:cNvPr>
          <p:cNvCxnSpPr/>
          <p:nvPr/>
        </p:nvCxnSpPr>
        <p:spPr>
          <a:xfrm flipV="1">
            <a:off x="2771816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92E4DE26-6E6C-D58A-F53A-9C423C0A2F74}"/>
              </a:ext>
            </a:extLst>
          </p:cNvPr>
          <p:cNvCxnSpPr/>
          <p:nvPr/>
        </p:nvCxnSpPr>
        <p:spPr>
          <a:xfrm>
            <a:off x="2771800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DDA211B7-20FD-11C4-FF2E-9AED70941576}"/>
              </a:ext>
            </a:extLst>
          </p:cNvPr>
          <p:cNvCxnSpPr/>
          <p:nvPr/>
        </p:nvCxnSpPr>
        <p:spPr>
          <a:xfrm flipV="1">
            <a:off x="2915816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B617E791-7681-1EE9-A557-39829BD64DF0}"/>
              </a:ext>
            </a:extLst>
          </p:cNvPr>
          <p:cNvCxnSpPr/>
          <p:nvPr/>
        </p:nvCxnSpPr>
        <p:spPr>
          <a:xfrm>
            <a:off x="2915800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C951144E-16CB-50B0-8C8D-10359E71506D}"/>
              </a:ext>
            </a:extLst>
          </p:cNvPr>
          <p:cNvCxnSpPr/>
          <p:nvPr/>
        </p:nvCxnSpPr>
        <p:spPr>
          <a:xfrm flipV="1">
            <a:off x="3059848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56754D0E-A929-6832-8AFE-3D25A4D696DD}"/>
              </a:ext>
            </a:extLst>
          </p:cNvPr>
          <p:cNvCxnSpPr/>
          <p:nvPr/>
        </p:nvCxnSpPr>
        <p:spPr>
          <a:xfrm>
            <a:off x="3059832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E911D54-C1C0-9D59-B43C-9F6D1787325E}"/>
              </a:ext>
            </a:extLst>
          </p:cNvPr>
          <p:cNvCxnSpPr/>
          <p:nvPr/>
        </p:nvCxnSpPr>
        <p:spPr>
          <a:xfrm flipV="1">
            <a:off x="3203848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B953428F-BF6C-5BD3-144D-99A980752A88}"/>
              </a:ext>
            </a:extLst>
          </p:cNvPr>
          <p:cNvCxnSpPr/>
          <p:nvPr/>
        </p:nvCxnSpPr>
        <p:spPr>
          <a:xfrm>
            <a:off x="3203832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113FDAFC-408D-0208-D580-EC04BD150E63}"/>
              </a:ext>
            </a:extLst>
          </p:cNvPr>
          <p:cNvCxnSpPr/>
          <p:nvPr/>
        </p:nvCxnSpPr>
        <p:spPr>
          <a:xfrm flipV="1">
            <a:off x="3347880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B20152DA-8BAF-98C1-5B39-DF726C05BB44}"/>
              </a:ext>
            </a:extLst>
          </p:cNvPr>
          <p:cNvCxnSpPr/>
          <p:nvPr/>
        </p:nvCxnSpPr>
        <p:spPr>
          <a:xfrm>
            <a:off x="3347864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7866A14-D759-05E8-116A-281CDD8660E3}"/>
              </a:ext>
            </a:extLst>
          </p:cNvPr>
          <p:cNvCxnSpPr/>
          <p:nvPr/>
        </p:nvCxnSpPr>
        <p:spPr>
          <a:xfrm flipV="1">
            <a:off x="3491880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2C4844B3-C521-1041-00F8-25D2C90190EC}"/>
              </a:ext>
            </a:extLst>
          </p:cNvPr>
          <p:cNvCxnSpPr/>
          <p:nvPr/>
        </p:nvCxnSpPr>
        <p:spPr>
          <a:xfrm>
            <a:off x="3491864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DB241526-BBDE-A01A-FA22-39A83A2F26CD}"/>
              </a:ext>
            </a:extLst>
          </p:cNvPr>
          <p:cNvCxnSpPr/>
          <p:nvPr/>
        </p:nvCxnSpPr>
        <p:spPr>
          <a:xfrm flipV="1">
            <a:off x="3635912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0D76B0BF-DA14-EE28-552B-67F7061DA29B}"/>
              </a:ext>
            </a:extLst>
          </p:cNvPr>
          <p:cNvCxnSpPr/>
          <p:nvPr/>
        </p:nvCxnSpPr>
        <p:spPr>
          <a:xfrm>
            <a:off x="3635896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06C38250-C3BE-5CAD-E19E-A37D6950AC10}"/>
              </a:ext>
            </a:extLst>
          </p:cNvPr>
          <p:cNvCxnSpPr/>
          <p:nvPr/>
        </p:nvCxnSpPr>
        <p:spPr>
          <a:xfrm flipV="1">
            <a:off x="3779912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AA65DF20-F084-5CC8-6D87-AA06AB39F364}"/>
              </a:ext>
            </a:extLst>
          </p:cNvPr>
          <p:cNvCxnSpPr/>
          <p:nvPr/>
        </p:nvCxnSpPr>
        <p:spPr>
          <a:xfrm>
            <a:off x="3779896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4EB421F7-CB82-E8C2-2778-D3B841CD4F13}"/>
              </a:ext>
            </a:extLst>
          </p:cNvPr>
          <p:cNvCxnSpPr/>
          <p:nvPr/>
        </p:nvCxnSpPr>
        <p:spPr>
          <a:xfrm flipV="1">
            <a:off x="3923944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C3BE8CA8-3C84-5ADE-550D-B822BFC7143B}"/>
              </a:ext>
            </a:extLst>
          </p:cNvPr>
          <p:cNvCxnSpPr/>
          <p:nvPr/>
        </p:nvCxnSpPr>
        <p:spPr>
          <a:xfrm>
            <a:off x="3923928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>
            <a:extLst>
              <a:ext uri="{FF2B5EF4-FFF2-40B4-BE49-F238E27FC236}">
                <a16:creationId xmlns:a16="http://schemas.microsoft.com/office/drawing/2014/main" id="{03EAAB46-7273-4A1C-230F-236F4DD122E0}"/>
              </a:ext>
            </a:extLst>
          </p:cNvPr>
          <p:cNvCxnSpPr/>
          <p:nvPr/>
        </p:nvCxnSpPr>
        <p:spPr>
          <a:xfrm flipV="1">
            <a:off x="4067944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5F52BEC-2678-4C71-83D1-A3F4D01CA7A9}"/>
              </a:ext>
            </a:extLst>
          </p:cNvPr>
          <p:cNvCxnSpPr/>
          <p:nvPr/>
        </p:nvCxnSpPr>
        <p:spPr>
          <a:xfrm>
            <a:off x="4067928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106BF96B-CE8F-2ADE-9BAA-D1C554625557}"/>
              </a:ext>
            </a:extLst>
          </p:cNvPr>
          <p:cNvCxnSpPr/>
          <p:nvPr/>
        </p:nvCxnSpPr>
        <p:spPr>
          <a:xfrm flipV="1">
            <a:off x="4211976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E1CA2A29-C127-D2C9-BEA7-2B7019907359}"/>
              </a:ext>
            </a:extLst>
          </p:cNvPr>
          <p:cNvCxnSpPr/>
          <p:nvPr/>
        </p:nvCxnSpPr>
        <p:spPr>
          <a:xfrm>
            <a:off x="4211960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F2FDC672-7360-1CC0-F121-8DFFD7CCD987}"/>
              </a:ext>
            </a:extLst>
          </p:cNvPr>
          <p:cNvCxnSpPr/>
          <p:nvPr/>
        </p:nvCxnSpPr>
        <p:spPr>
          <a:xfrm flipV="1">
            <a:off x="4355976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337EA4F7-C30C-DB88-88F2-FB09EEF0E52F}"/>
              </a:ext>
            </a:extLst>
          </p:cNvPr>
          <p:cNvCxnSpPr/>
          <p:nvPr/>
        </p:nvCxnSpPr>
        <p:spPr>
          <a:xfrm>
            <a:off x="4355960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16A30EA1-B45C-D6E3-EE31-507DE2B16352}"/>
              </a:ext>
            </a:extLst>
          </p:cNvPr>
          <p:cNvCxnSpPr/>
          <p:nvPr/>
        </p:nvCxnSpPr>
        <p:spPr>
          <a:xfrm flipV="1">
            <a:off x="4500008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38F7AF52-4D89-5308-0A65-FDBCC70EB04A}"/>
              </a:ext>
            </a:extLst>
          </p:cNvPr>
          <p:cNvCxnSpPr/>
          <p:nvPr/>
        </p:nvCxnSpPr>
        <p:spPr>
          <a:xfrm>
            <a:off x="4499992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59B4FD1E-6D05-4CC8-38A3-8AFD5DE8236D}"/>
              </a:ext>
            </a:extLst>
          </p:cNvPr>
          <p:cNvCxnSpPr/>
          <p:nvPr/>
        </p:nvCxnSpPr>
        <p:spPr>
          <a:xfrm flipV="1">
            <a:off x="4644008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연결선 161">
            <a:extLst>
              <a:ext uri="{FF2B5EF4-FFF2-40B4-BE49-F238E27FC236}">
                <a16:creationId xmlns:a16="http://schemas.microsoft.com/office/drawing/2014/main" id="{AFAA0A97-59C0-299A-E52A-06B1BE2B96AA}"/>
              </a:ext>
            </a:extLst>
          </p:cNvPr>
          <p:cNvCxnSpPr/>
          <p:nvPr/>
        </p:nvCxnSpPr>
        <p:spPr>
          <a:xfrm>
            <a:off x="4643992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C06FDEA0-9D67-215A-3769-4C098CCA02A2}"/>
              </a:ext>
            </a:extLst>
          </p:cNvPr>
          <p:cNvCxnSpPr/>
          <p:nvPr/>
        </p:nvCxnSpPr>
        <p:spPr>
          <a:xfrm flipV="1">
            <a:off x="4788040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25237144-A836-94D9-A39A-812459F1ECC9}"/>
              </a:ext>
            </a:extLst>
          </p:cNvPr>
          <p:cNvCxnSpPr/>
          <p:nvPr/>
        </p:nvCxnSpPr>
        <p:spPr>
          <a:xfrm>
            <a:off x="4788024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연결선 164">
            <a:extLst>
              <a:ext uri="{FF2B5EF4-FFF2-40B4-BE49-F238E27FC236}">
                <a16:creationId xmlns:a16="http://schemas.microsoft.com/office/drawing/2014/main" id="{CD8DC9D6-DCB0-B7F5-5516-D2AAE2DE9230}"/>
              </a:ext>
            </a:extLst>
          </p:cNvPr>
          <p:cNvCxnSpPr/>
          <p:nvPr/>
        </p:nvCxnSpPr>
        <p:spPr>
          <a:xfrm flipV="1">
            <a:off x="4932040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47BB1F28-367A-026D-1892-55A2407868FE}"/>
              </a:ext>
            </a:extLst>
          </p:cNvPr>
          <p:cNvCxnSpPr/>
          <p:nvPr/>
        </p:nvCxnSpPr>
        <p:spPr>
          <a:xfrm>
            <a:off x="4932024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5882775D-B0C8-82B9-F54C-2E06B807487B}"/>
              </a:ext>
            </a:extLst>
          </p:cNvPr>
          <p:cNvCxnSpPr/>
          <p:nvPr/>
        </p:nvCxnSpPr>
        <p:spPr>
          <a:xfrm flipV="1">
            <a:off x="5076072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94AE2764-09A5-0830-D501-5FBD50DFBF9A}"/>
              </a:ext>
            </a:extLst>
          </p:cNvPr>
          <p:cNvCxnSpPr/>
          <p:nvPr/>
        </p:nvCxnSpPr>
        <p:spPr>
          <a:xfrm>
            <a:off x="5076056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9BB963C1-FFCF-49F6-D868-896BB63378D3}"/>
              </a:ext>
            </a:extLst>
          </p:cNvPr>
          <p:cNvCxnSpPr/>
          <p:nvPr/>
        </p:nvCxnSpPr>
        <p:spPr>
          <a:xfrm>
            <a:off x="5940152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760CB473-3001-49AD-C165-877E021D2984}"/>
              </a:ext>
            </a:extLst>
          </p:cNvPr>
          <p:cNvCxnSpPr/>
          <p:nvPr/>
        </p:nvCxnSpPr>
        <p:spPr>
          <a:xfrm flipV="1">
            <a:off x="6084168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C25F2C1D-4A25-87D6-6E76-9AF034FA2BEE}"/>
              </a:ext>
            </a:extLst>
          </p:cNvPr>
          <p:cNvCxnSpPr/>
          <p:nvPr/>
        </p:nvCxnSpPr>
        <p:spPr>
          <a:xfrm>
            <a:off x="6084152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6851CA5-55C6-9894-92E1-AD5BB985123D}"/>
              </a:ext>
            </a:extLst>
          </p:cNvPr>
          <p:cNvCxnSpPr/>
          <p:nvPr/>
        </p:nvCxnSpPr>
        <p:spPr>
          <a:xfrm flipV="1">
            <a:off x="6228200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E64DD647-E98E-7D4C-F860-AB56E34D51DE}"/>
              </a:ext>
            </a:extLst>
          </p:cNvPr>
          <p:cNvCxnSpPr/>
          <p:nvPr/>
        </p:nvCxnSpPr>
        <p:spPr>
          <a:xfrm>
            <a:off x="6228184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0B4C30DC-06B5-26EE-F338-4D1E032F5A69}"/>
              </a:ext>
            </a:extLst>
          </p:cNvPr>
          <p:cNvCxnSpPr/>
          <p:nvPr/>
        </p:nvCxnSpPr>
        <p:spPr>
          <a:xfrm flipV="1">
            <a:off x="6372200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3C67D5E9-40EC-95CB-9699-20558AF90B57}"/>
              </a:ext>
            </a:extLst>
          </p:cNvPr>
          <p:cNvCxnSpPr/>
          <p:nvPr/>
        </p:nvCxnSpPr>
        <p:spPr>
          <a:xfrm>
            <a:off x="6372184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769996B5-90B4-C1D7-8AD8-965F4B32E131}"/>
              </a:ext>
            </a:extLst>
          </p:cNvPr>
          <p:cNvCxnSpPr/>
          <p:nvPr/>
        </p:nvCxnSpPr>
        <p:spPr>
          <a:xfrm flipV="1">
            <a:off x="6516232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연결선 176">
            <a:extLst>
              <a:ext uri="{FF2B5EF4-FFF2-40B4-BE49-F238E27FC236}">
                <a16:creationId xmlns:a16="http://schemas.microsoft.com/office/drawing/2014/main" id="{BB65682D-127A-CC24-D2CF-91033FEEB08B}"/>
              </a:ext>
            </a:extLst>
          </p:cNvPr>
          <p:cNvCxnSpPr/>
          <p:nvPr/>
        </p:nvCxnSpPr>
        <p:spPr>
          <a:xfrm>
            <a:off x="6516216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연결선 177">
            <a:extLst>
              <a:ext uri="{FF2B5EF4-FFF2-40B4-BE49-F238E27FC236}">
                <a16:creationId xmlns:a16="http://schemas.microsoft.com/office/drawing/2014/main" id="{C33AD53C-95F4-9343-5684-F0AEACB028C2}"/>
              </a:ext>
            </a:extLst>
          </p:cNvPr>
          <p:cNvCxnSpPr/>
          <p:nvPr/>
        </p:nvCxnSpPr>
        <p:spPr>
          <a:xfrm flipV="1">
            <a:off x="6660232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직선 연결선 178">
            <a:extLst>
              <a:ext uri="{FF2B5EF4-FFF2-40B4-BE49-F238E27FC236}">
                <a16:creationId xmlns:a16="http://schemas.microsoft.com/office/drawing/2014/main" id="{EF44FC97-E4AD-A0EF-B985-307DB7D9F02C}"/>
              </a:ext>
            </a:extLst>
          </p:cNvPr>
          <p:cNvCxnSpPr/>
          <p:nvPr/>
        </p:nvCxnSpPr>
        <p:spPr>
          <a:xfrm>
            <a:off x="6660216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B8503689-0097-2E7C-3A42-AEAC8A5C72D9}"/>
              </a:ext>
            </a:extLst>
          </p:cNvPr>
          <p:cNvCxnSpPr/>
          <p:nvPr/>
        </p:nvCxnSpPr>
        <p:spPr>
          <a:xfrm flipV="1">
            <a:off x="6804264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DC66B87C-C1D9-C25F-6BF9-7AEDCC3195A4}"/>
              </a:ext>
            </a:extLst>
          </p:cNvPr>
          <p:cNvCxnSpPr/>
          <p:nvPr/>
        </p:nvCxnSpPr>
        <p:spPr>
          <a:xfrm>
            <a:off x="6804248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7195D467-09F7-0AA0-BEFD-084ABB79E7AC}"/>
              </a:ext>
            </a:extLst>
          </p:cNvPr>
          <p:cNvCxnSpPr/>
          <p:nvPr/>
        </p:nvCxnSpPr>
        <p:spPr>
          <a:xfrm flipV="1">
            <a:off x="6948264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B5FDFD29-61A9-7332-0E53-6BE5ED808442}"/>
              </a:ext>
            </a:extLst>
          </p:cNvPr>
          <p:cNvCxnSpPr/>
          <p:nvPr/>
        </p:nvCxnSpPr>
        <p:spPr>
          <a:xfrm>
            <a:off x="6948248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815B437C-9709-7B70-4393-EBEA59F726B8}"/>
              </a:ext>
            </a:extLst>
          </p:cNvPr>
          <p:cNvCxnSpPr/>
          <p:nvPr/>
        </p:nvCxnSpPr>
        <p:spPr>
          <a:xfrm flipV="1">
            <a:off x="7092296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7FBE4FE2-F24C-B512-F8E1-78F372442B36}"/>
              </a:ext>
            </a:extLst>
          </p:cNvPr>
          <p:cNvCxnSpPr/>
          <p:nvPr/>
        </p:nvCxnSpPr>
        <p:spPr>
          <a:xfrm>
            <a:off x="7092280" y="4653136"/>
            <a:ext cx="1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0C0B8A21-AA0B-5FEB-1197-71689663F3F1}"/>
              </a:ext>
            </a:extLst>
          </p:cNvPr>
          <p:cNvCxnSpPr/>
          <p:nvPr/>
        </p:nvCxnSpPr>
        <p:spPr>
          <a:xfrm>
            <a:off x="7956376" y="2780928"/>
            <a:ext cx="0" cy="11521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>
            <a:extLst>
              <a:ext uri="{FF2B5EF4-FFF2-40B4-BE49-F238E27FC236}">
                <a16:creationId xmlns:a16="http://schemas.microsoft.com/office/drawing/2014/main" id="{6E3BD689-B502-3208-9C6B-FC244175959C}"/>
              </a:ext>
            </a:extLst>
          </p:cNvPr>
          <p:cNvCxnSpPr/>
          <p:nvPr/>
        </p:nvCxnSpPr>
        <p:spPr>
          <a:xfrm flipV="1">
            <a:off x="7956376" y="4005064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B9C09016-0BB7-543E-E49E-E4E317FE0CB9}"/>
              </a:ext>
            </a:extLst>
          </p:cNvPr>
          <p:cNvCxnSpPr/>
          <p:nvPr/>
        </p:nvCxnSpPr>
        <p:spPr>
          <a:xfrm>
            <a:off x="7956248" y="4005064"/>
            <a:ext cx="4321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853A2367-D14C-BBCA-7EE7-D22AAC1B4A71}"/>
              </a:ext>
            </a:extLst>
          </p:cNvPr>
          <p:cNvCxnSpPr/>
          <p:nvPr/>
        </p:nvCxnSpPr>
        <p:spPr>
          <a:xfrm flipV="1">
            <a:off x="8172416" y="4437136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직선 연결선 189">
            <a:extLst>
              <a:ext uri="{FF2B5EF4-FFF2-40B4-BE49-F238E27FC236}">
                <a16:creationId xmlns:a16="http://schemas.microsoft.com/office/drawing/2014/main" id="{2D0B46BE-F93A-50A6-3731-21B4179AEE2C}"/>
              </a:ext>
            </a:extLst>
          </p:cNvPr>
          <p:cNvCxnSpPr/>
          <p:nvPr/>
        </p:nvCxnSpPr>
        <p:spPr>
          <a:xfrm>
            <a:off x="8172400" y="4437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C2725AB1-29E9-0D7B-4176-36662377B190}"/>
              </a:ext>
            </a:extLst>
          </p:cNvPr>
          <p:cNvCxnSpPr/>
          <p:nvPr/>
        </p:nvCxnSpPr>
        <p:spPr>
          <a:xfrm flipV="1">
            <a:off x="8316448" y="4437112"/>
            <a:ext cx="0" cy="21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D8754518-AFB1-9A9D-B236-B0EA8E6E9618}"/>
              </a:ext>
            </a:extLst>
          </p:cNvPr>
          <p:cNvCxnSpPr/>
          <p:nvPr/>
        </p:nvCxnSpPr>
        <p:spPr>
          <a:xfrm>
            <a:off x="8316432" y="4653136"/>
            <a:ext cx="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DB5FE87D-3550-1637-A00D-760F2D9C96A3}"/>
              </a:ext>
            </a:extLst>
          </p:cNvPr>
          <p:cNvSpPr txBox="1"/>
          <p:nvPr/>
        </p:nvSpPr>
        <p:spPr>
          <a:xfrm>
            <a:off x="1028937" y="3974867"/>
            <a:ext cx="8787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index signal</a:t>
            </a:r>
            <a:endParaRPr lang="ko-KR" altLang="en-US" sz="1000" dirty="0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DE39178B-243C-B34A-0302-0ADC80E59423}"/>
              </a:ext>
            </a:extLst>
          </p:cNvPr>
          <p:cNvSpPr txBox="1"/>
          <p:nvPr/>
        </p:nvSpPr>
        <p:spPr>
          <a:xfrm>
            <a:off x="1168271" y="4406915"/>
            <a:ext cx="8114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Gated </a:t>
            </a:r>
            <a:r>
              <a:rPr lang="en-US" altLang="ko-KR" sz="1000" dirty="0" err="1"/>
              <a:t>dclk</a:t>
            </a:r>
            <a:endParaRPr lang="ko-KR" altLang="en-US" sz="1000" dirty="0"/>
          </a:p>
        </p:txBody>
      </p:sp>
      <p:cxnSp>
        <p:nvCxnSpPr>
          <p:cNvPr id="195" name="직선 연결선 194">
            <a:extLst>
              <a:ext uri="{FF2B5EF4-FFF2-40B4-BE49-F238E27FC236}">
                <a16:creationId xmlns:a16="http://schemas.microsoft.com/office/drawing/2014/main" id="{C56261EE-F24F-9200-D5E4-4DEE3D827480}"/>
              </a:ext>
            </a:extLst>
          </p:cNvPr>
          <p:cNvCxnSpPr/>
          <p:nvPr/>
        </p:nvCxnSpPr>
        <p:spPr>
          <a:xfrm>
            <a:off x="5364088" y="2756412"/>
            <a:ext cx="36004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>
            <a:extLst>
              <a:ext uri="{FF2B5EF4-FFF2-40B4-BE49-F238E27FC236}">
                <a16:creationId xmlns:a16="http://schemas.microsoft.com/office/drawing/2014/main" id="{CD0C8A62-C4AA-FA91-FB1E-FE6F206E8DF6}"/>
              </a:ext>
            </a:extLst>
          </p:cNvPr>
          <p:cNvCxnSpPr/>
          <p:nvPr/>
        </p:nvCxnSpPr>
        <p:spPr>
          <a:xfrm>
            <a:off x="5475448" y="3324336"/>
            <a:ext cx="36004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>
            <a:extLst>
              <a:ext uri="{FF2B5EF4-FFF2-40B4-BE49-F238E27FC236}">
                <a16:creationId xmlns:a16="http://schemas.microsoft.com/office/drawing/2014/main" id="{43166F30-F51B-CD58-4BB9-851BEBD700B9}"/>
              </a:ext>
            </a:extLst>
          </p:cNvPr>
          <p:cNvCxnSpPr/>
          <p:nvPr/>
        </p:nvCxnSpPr>
        <p:spPr>
          <a:xfrm>
            <a:off x="5364088" y="4653136"/>
            <a:ext cx="36004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연결선 197">
            <a:extLst>
              <a:ext uri="{FF2B5EF4-FFF2-40B4-BE49-F238E27FC236}">
                <a16:creationId xmlns:a16="http://schemas.microsoft.com/office/drawing/2014/main" id="{797ADA58-7829-B240-9E8E-D3DE9A6F39D0}"/>
              </a:ext>
            </a:extLst>
          </p:cNvPr>
          <p:cNvCxnSpPr/>
          <p:nvPr/>
        </p:nvCxnSpPr>
        <p:spPr>
          <a:xfrm>
            <a:off x="1763640" y="2172208"/>
            <a:ext cx="0" cy="11521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DB96B4F5-92DB-0ADB-8A96-7F5925A01DC5}"/>
              </a:ext>
            </a:extLst>
          </p:cNvPr>
          <p:cNvCxnSpPr/>
          <p:nvPr/>
        </p:nvCxnSpPr>
        <p:spPr>
          <a:xfrm>
            <a:off x="7524328" y="2172208"/>
            <a:ext cx="0" cy="11521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3CC4D95D-3A60-7E4B-CDAF-3C4A0A5FAD80}"/>
              </a:ext>
            </a:extLst>
          </p:cNvPr>
          <p:cNvCxnSpPr/>
          <p:nvPr/>
        </p:nvCxnSpPr>
        <p:spPr>
          <a:xfrm>
            <a:off x="1763640" y="2380818"/>
            <a:ext cx="5759914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Box 200">
            <a:extLst>
              <a:ext uri="{FF2B5EF4-FFF2-40B4-BE49-F238E27FC236}">
                <a16:creationId xmlns:a16="http://schemas.microsoft.com/office/drawing/2014/main" id="{66F18AD5-1BFA-4765-2490-94FB99050DD8}"/>
              </a:ext>
            </a:extLst>
          </p:cNvPr>
          <p:cNvSpPr txBox="1"/>
          <p:nvPr/>
        </p:nvSpPr>
        <p:spPr>
          <a:xfrm>
            <a:off x="3713388" y="2095460"/>
            <a:ext cx="20281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Register     </a:t>
            </a:r>
            <a:r>
              <a:rPr lang="en-US" altLang="ko-KR" sz="1000" dirty="0" err="1">
                <a:solidFill>
                  <a:srgbClr val="FF0000"/>
                </a:solidFill>
              </a:rPr>
              <a:t>ROIC_BURST_CYCLE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C444CBA-548A-4D0B-B4AF-3B022D32267D}"/>
              </a:ext>
            </a:extLst>
          </p:cNvPr>
          <p:cNvSpPr txBox="1"/>
          <p:nvPr/>
        </p:nvSpPr>
        <p:spPr>
          <a:xfrm>
            <a:off x="1525182" y="3657375"/>
            <a:ext cx="17011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Register     </a:t>
            </a:r>
            <a:r>
              <a:rPr lang="en-US" altLang="ko-KR" sz="1000" dirty="0" err="1">
                <a:solidFill>
                  <a:srgbClr val="FF0000"/>
                </a:solidFill>
              </a:rPr>
              <a:t>start_burst_clk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FE39CB9B-06E0-3675-1043-4E2EAFFC5459}"/>
              </a:ext>
            </a:extLst>
          </p:cNvPr>
          <p:cNvSpPr txBox="1"/>
          <p:nvPr/>
        </p:nvSpPr>
        <p:spPr>
          <a:xfrm>
            <a:off x="6349758" y="3645024"/>
            <a:ext cx="166263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Register     </a:t>
            </a:r>
            <a:r>
              <a:rPr lang="en-US" altLang="ko-KR" sz="1000" dirty="0" err="1">
                <a:solidFill>
                  <a:srgbClr val="FF0000"/>
                </a:solidFill>
              </a:rPr>
              <a:t>end_burst_clk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58E4AC0-7100-2E82-9C34-2DCC5A9B2289}"/>
              </a:ext>
            </a:extLst>
          </p:cNvPr>
          <p:cNvSpPr txBox="1"/>
          <p:nvPr/>
        </p:nvSpPr>
        <p:spPr>
          <a:xfrm>
            <a:off x="1752741" y="5142790"/>
            <a:ext cx="167385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roic_burst_cycle</a:t>
            </a:r>
            <a:r>
              <a:rPr lang="en-US" sz="1000" dirty="0">
                <a:solidFill>
                  <a:srgbClr val="0070C0"/>
                </a:solidFill>
              </a:rPr>
              <a:t>  =  67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start_burst_clk</a:t>
            </a:r>
            <a:r>
              <a:rPr lang="en-US" sz="1000" dirty="0">
                <a:solidFill>
                  <a:srgbClr val="0070C0"/>
                </a:solidFill>
              </a:rPr>
              <a:t>  =  1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 err="1">
                <a:solidFill>
                  <a:srgbClr val="0070C0"/>
                </a:solidFill>
              </a:rPr>
              <a:t>end_burst_clk</a:t>
            </a:r>
            <a:r>
              <a:rPr lang="en-US" sz="1000" dirty="0">
                <a:solidFill>
                  <a:srgbClr val="0070C0"/>
                </a:solidFill>
              </a:rPr>
              <a:t>  =  65</a:t>
            </a:r>
          </a:p>
        </p:txBody>
      </p:sp>
    </p:spTree>
    <p:extLst>
      <p:ext uri="{BB962C8B-B14F-4D97-AF65-F5344CB8AC3E}">
        <p14:creationId xmlns:p14="http://schemas.microsoft.com/office/powerpoint/2010/main" val="317221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A076CF83-C325-0A09-4F69-CAA9CBF9E86E}"/>
              </a:ext>
            </a:extLst>
          </p:cNvPr>
          <p:cNvSpPr txBox="1"/>
          <p:nvPr/>
        </p:nvSpPr>
        <p:spPr>
          <a:xfrm>
            <a:off x="134739" y="764704"/>
            <a:ext cx="2133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FPGA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build version check</a:t>
            </a:r>
          </a:p>
        </p:txBody>
      </p:sp>
      <p:pic>
        <p:nvPicPr>
          <p:cNvPr id="207" name="그림 206">
            <a:extLst>
              <a:ext uri="{FF2B5EF4-FFF2-40B4-BE49-F238E27FC236}">
                <a16:creationId xmlns:a16="http://schemas.microsoft.com/office/drawing/2014/main" id="{1831700E-3CE4-1948-77E0-9146308C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2661518"/>
            <a:ext cx="4639322" cy="2896004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F2BB1694-FEA1-1B60-A34A-C62CE5E0782A}"/>
              </a:ext>
            </a:extLst>
          </p:cNvPr>
          <p:cNvSpPr txBox="1"/>
          <p:nvPr/>
        </p:nvSpPr>
        <p:spPr>
          <a:xfrm>
            <a:off x="251520" y="1300478"/>
            <a:ext cx="40324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pt-BR" altLang="ko-KR" sz="1200" dirty="0"/>
              <a:t>FPGA register read </a:t>
            </a:r>
            <a:r>
              <a:rPr lang="ko-KR" altLang="en-US" sz="1200" dirty="0"/>
              <a:t>를 통한 </a:t>
            </a:r>
            <a:r>
              <a:rPr lang="en-US" altLang="ko-KR" sz="1200" dirty="0"/>
              <a:t>FPGA build </a:t>
            </a:r>
            <a:r>
              <a:rPr lang="ko-KR" altLang="en-US" sz="1200" dirty="0"/>
              <a:t>시점 확인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   </a:t>
            </a:r>
            <a:r>
              <a:rPr lang="pt-BR" altLang="ko-KR" sz="1200" dirty="0"/>
              <a:t>ADDR_FPGA_VER_H 	16'h00DF , [31:16]</a:t>
            </a:r>
          </a:p>
          <a:p>
            <a:r>
              <a:rPr lang="pt-BR" altLang="ko-KR" sz="1200" dirty="0"/>
              <a:t>   ADDR_FPGA_VER_L	16'h00DE , [15:0]</a:t>
            </a:r>
          </a:p>
          <a:p>
            <a:endParaRPr lang="pt-BR" altLang="ko-KR" sz="1200" dirty="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B53B56E6-588C-0715-32CA-263D2BC2AFC3}"/>
              </a:ext>
            </a:extLst>
          </p:cNvPr>
          <p:cNvSpPr txBox="1"/>
          <p:nvPr/>
        </p:nvSpPr>
        <p:spPr>
          <a:xfrm>
            <a:off x="5724128" y="764704"/>
            <a:ext cx="21330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FPGA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version check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760AC0C-1371-388B-FD3D-2F7594B85132}"/>
              </a:ext>
            </a:extLst>
          </p:cNvPr>
          <p:cNvSpPr txBox="1"/>
          <p:nvPr/>
        </p:nvSpPr>
        <p:spPr>
          <a:xfrm>
            <a:off x="4949788" y="1292398"/>
            <a:ext cx="403244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</a:pPr>
            <a:r>
              <a:rPr lang="pt-BR" altLang="ko-KR" sz="1200" dirty="0"/>
              <a:t>FPGA register read </a:t>
            </a:r>
            <a:r>
              <a:rPr lang="ko-KR" altLang="en-US" sz="1200" dirty="0"/>
              <a:t>를 통한 </a:t>
            </a:r>
            <a:r>
              <a:rPr lang="en-US" altLang="ko-KR" sz="1200" dirty="0"/>
              <a:t>FPGA Version check</a:t>
            </a:r>
          </a:p>
          <a:p>
            <a:r>
              <a:rPr lang="en-US" altLang="ko-KR" sz="1200" dirty="0"/>
              <a:t>   </a:t>
            </a:r>
          </a:p>
          <a:p>
            <a:r>
              <a:rPr lang="en-US" altLang="ko-KR" sz="1200" dirty="0"/>
              <a:t>   ADDR_PURPOSE	16'h00F0</a:t>
            </a:r>
          </a:p>
          <a:p>
            <a:r>
              <a:rPr lang="en-US" altLang="ko-KR" sz="1200" dirty="0"/>
              <a:t>   ADDR_SIZE_1	16'h00F1</a:t>
            </a:r>
          </a:p>
          <a:p>
            <a:r>
              <a:rPr lang="en-US" altLang="ko-KR" sz="1200" dirty="0"/>
              <a:t>   ADDR_SIZE_2	16'h00F2</a:t>
            </a:r>
          </a:p>
          <a:p>
            <a:r>
              <a:rPr lang="en-US" altLang="ko-KR" sz="1200" dirty="0"/>
              <a:t>   ADDR_MAJOR_REV	16'h00F3</a:t>
            </a:r>
          </a:p>
          <a:p>
            <a:r>
              <a:rPr lang="en-US" altLang="ko-KR" sz="1200" dirty="0"/>
              <a:t>   ADDR_MINOR_REV	16'h00F4</a:t>
            </a:r>
          </a:p>
          <a:p>
            <a:endParaRPr lang="pt-BR" altLang="ko-KR" sz="1200" dirty="0"/>
          </a:p>
          <a:p>
            <a:r>
              <a:rPr lang="pt-BR" altLang="ko-KR" sz="1200" dirty="0"/>
              <a:t>*DATA </a:t>
            </a:r>
            <a:r>
              <a:rPr lang="ko-KR" altLang="en-US" sz="1200" dirty="0"/>
              <a:t>는 </a:t>
            </a:r>
            <a:r>
              <a:rPr lang="en-US" altLang="ko-KR" sz="1200" dirty="0"/>
              <a:t>ASCII code</a:t>
            </a:r>
            <a:r>
              <a:rPr lang="ko-KR" altLang="en-US" sz="1200" dirty="0"/>
              <a:t>로 처리</a:t>
            </a:r>
            <a:endParaRPr lang="pt-BR" altLang="ko-KR" sz="1200" dirty="0"/>
          </a:p>
        </p:txBody>
      </p:sp>
      <p:pic>
        <p:nvPicPr>
          <p:cNvPr id="215" name="그림 214">
            <a:extLst>
              <a:ext uri="{FF2B5EF4-FFF2-40B4-BE49-F238E27FC236}">
                <a16:creationId xmlns:a16="http://schemas.microsoft.com/office/drawing/2014/main" id="{875D9735-79B2-6B21-3A87-08B92E1B1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347" y="3211203"/>
            <a:ext cx="3501330" cy="306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108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47379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423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FPGA Block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>
                <a:latin typeface="HY헤드라인M" panose="02030600000101010101" pitchFamily="18" charset="-127"/>
                <a:ea typeface="HY헤드라인M" panose="02030600000101010101" pitchFamily="18" charset="-127"/>
              </a:rPr>
              <a:t>Diagram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4311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#. </a:t>
            </a:r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oooooooo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5108-6C28-A0FC-84A8-DD90D25EAFDA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B93A-F86F-96E5-E205-FBE73368B550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</p:spTree>
    <p:extLst>
      <p:ext uri="{BB962C8B-B14F-4D97-AF65-F5344CB8AC3E}">
        <p14:creationId xmlns:p14="http://schemas.microsoft.com/office/powerpoint/2010/main" val="1782181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#. </a:t>
            </a:r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oooooooo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5108-6C28-A0FC-84A8-DD90D25EAFDA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B93A-F86F-96E5-E205-FBE73368B550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</p:spTree>
    <p:extLst>
      <p:ext uri="{BB962C8B-B14F-4D97-AF65-F5344CB8AC3E}">
        <p14:creationId xmlns:p14="http://schemas.microsoft.com/office/powerpoint/2010/main" val="21849790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#. </a:t>
            </a:r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oooooooo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5108-6C28-A0FC-84A8-DD90D25EAFDA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B93A-F86F-96E5-E205-FBE73368B550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</p:spTree>
    <p:extLst>
      <p:ext uri="{BB962C8B-B14F-4D97-AF65-F5344CB8AC3E}">
        <p14:creationId xmlns:p14="http://schemas.microsoft.com/office/powerpoint/2010/main" val="3291233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#. </a:t>
            </a:r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oooooooo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5108-6C28-A0FC-84A8-DD90D25EAFDA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B93A-F86F-96E5-E205-FBE73368B550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</p:spTree>
    <p:extLst>
      <p:ext uri="{BB962C8B-B14F-4D97-AF65-F5344CB8AC3E}">
        <p14:creationId xmlns:p14="http://schemas.microsoft.com/office/powerpoint/2010/main" val="4007406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#. </a:t>
            </a:r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oooooooo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5108-6C28-A0FC-84A8-DD90D25EAFDA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B93A-F86F-96E5-E205-FBE73368B550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417C3A-C1FF-18EB-6D53-439FFF4D6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093" y="1772816"/>
            <a:ext cx="6355830" cy="44644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64E797-B392-F1FA-74E9-C1898885AC5B}"/>
              </a:ext>
            </a:extLst>
          </p:cNvPr>
          <p:cNvSpPr txBox="1"/>
          <p:nvPr/>
        </p:nvSpPr>
        <p:spPr>
          <a:xfrm>
            <a:off x="683568" y="990890"/>
            <a:ext cx="6242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ROIC reg 0 : Gain</a:t>
            </a:r>
            <a:r>
              <a:rPr lang="ko-KR" altLang="en-US" sz="1200" dirty="0"/>
              <a:t> 값 확인 </a:t>
            </a:r>
            <a:r>
              <a:rPr lang="en-US" altLang="ko-KR" sz="1200" dirty="0"/>
              <a:t>(IFS value)</a:t>
            </a:r>
          </a:p>
          <a:p>
            <a:r>
              <a:rPr lang="en-US" altLang="ko-KR" sz="1200" b="1" dirty="0"/>
              <a:t>ROIC Integrator Feedback Cap. pF= 0.125 x (IFS+1) </a:t>
            </a:r>
          </a:p>
          <a:p>
            <a:r>
              <a:rPr lang="en-US" altLang="ko-KR" sz="1200" b="1" dirty="0"/>
              <a:t> ex) 0.125 x (20+1) = 2.625pF 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ACCF2D0-2F7A-EDAA-3344-94C942A8D3D0}"/>
              </a:ext>
            </a:extLst>
          </p:cNvPr>
          <p:cNvSpPr/>
          <p:nvPr/>
        </p:nvSpPr>
        <p:spPr>
          <a:xfrm>
            <a:off x="1355308" y="2927655"/>
            <a:ext cx="1665747" cy="648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56D9589-F15E-9BF2-4192-E20758B57E52}"/>
              </a:ext>
            </a:extLst>
          </p:cNvPr>
          <p:cNvSpPr/>
          <p:nvPr/>
        </p:nvSpPr>
        <p:spPr>
          <a:xfrm>
            <a:off x="5930803" y="4197062"/>
            <a:ext cx="631224" cy="43204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6D4D09-E281-4CD3-3B8E-83F5AF1C92DB}"/>
              </a:ext>
            </a:extLst>
          </p:cNvPr>
          <p:cNvSpPr txBox="1"/>
          <p:nvPr/>
        </p:nvSpPr>
        <p:spPr>
          <a:xfrm>
            <a:off x="5566625" y="3921479"/>
            <a:ext cx="13595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708909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3B3437F-FFAC-EF2A-CDE8-4602D25A2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2667877"/>
            <a:ext cx="5705042" cy="37383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95536" y="11663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#. </a:t>
            </a:r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oooooooo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#/#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45108-6C28-A0FC-84A8-DD90D25EAFDA}"/>
              </a:ext>
            </a:extLst>
          </p:cNvPr>
          <p:cNvSpPr txBox="1"/>
          <p:nvPr/>
        </p:nvSpPr>
        <p:spPr>
          <a:xfrm>
            <a:off x="107504" y="6525619"/>
            <a:ext cx="3456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◎발표자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◎승인자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본부장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C0B93A-F86F-96E5-E205-FBE73368B550}"/>
              </a:ext>
            </a:extLst>
          </p:cNvPr>
          <p:cNvSpPr txBox="1"/>
          <p:nvPr/>
        </p:nvSpPr>
        <p:spPr>
          <a:xfrm>
            <a:off x="4860032" y="6511480"/>
            <a:ext cx="4211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23.11.27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38AB58-1466-BE0A-B3DD-A69A65C94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2667877"/>
            <a:ext cx="5724743" cy="37383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312A83E-2578-F10E-9AE1-8AC4D655A053}"/>
              </a:ext>
            </a:extLst>
          </p:cNvPr>
          <p:cNvSpPr txBox="1"/>
          <p:nvPr/>
        </p:nvSpPr>
        <p:spPr>
          <a:xfrm>
            <a:off x="683568" y="730791"/>
            <a:ext cx="69127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Gate on time </a:t>
            </a:r>
          </a:p>
          <a:p>
            <a:pPr marL="228600" indent="-228600">
              <a:buAutoNum type="arabicParenR"/>
            </a:pPr>
            <a:r>
              <a:rPr lang="en-US" altLang="ko-KR" sz="1200" b="1" dirty="0"/>
              <a:t>Trigger mode : (DN_STV1_READ – UP_STV1_READ) x 40ns</a:t>
            </a:r>
          </a:p>
          <a:p>
            <a:r>
              <a:rPr lang="en-US" altLang="ko-KR" sz="1200" b="1" dirty="0"/>
              <a:t>	         (360-60) x 40 = 12us </a:t>
            </a:r>
          </a:p>
          <a:p>
            <a:r>
              <a:rPr lang="en-US" altLang="ko-KR" sz="1200" b="1" dirty="0"/>
              <a:t>2) AED mode : (DN_STV1_AED – UP_STV1_AED) x 40ns </a:t>
            </a:r>
          </a:p>
          <a:p>
            <a:r>
              <a:rPr lang="en-US" altLang="ko-KR" sz="1200" b="1" dirty="0"/>
              <a:t>	          (360-60) x 40 = 12us </a:t>
            </a:r>
          </a:p>
          <a:p>
            <a:endParaRPr lang="en-US" altLang="ko-KR" sz="1200" b="1" dirty="0"/>
          </a:p>
          <a:p>
            <a:r>
              <a:rPr lang="en-US" altLang="ko-KR" sz="1200" b="1" dirty="0"/>
              <a:t>IDLE Gate on</a:t>
            </a:r>
          </a:p>
          <a:p>
            <a:r>
              <a:rPr lang="en-US" altLang="ko-KR" sz="1200" b="1" dirty="0"/>
              <a:t>3) (DN_STV1_FL – UP_STV1_FL) x 40ns </a:t>
            </a:r>
          </a:p>
          <a:p>
            <a:r>
              <a:rPr lang="en-US" altLang="ko-KR" sz="1200" b="1" dirty="0"/>
              <a:t>    (25-2) x 40 = 0.92us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F1F433E-FFFE-3E3C-A846-E53D424A81C3}"/>
              </a:ext>
            </a:extLst>
          </p:cNvPr>
          <p:cNvSpPr/>
          <p:nvPr/>
        </p:nvSpPr>
        <p:spPr>
          <a:xfrm>
            <a:off x="3131840" y="4941168"/>
            <a:ext cx="108012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14B3E41-E21A-F4DB-D67D-83BB07E75996}"/>
              </a:ext>
            </a:extLst>
          </p:cNvPr>
          <p:cNvSpPr/>
          <p:nvPr/>
        </p:nvSpPr>
        <p:spPr>
          <a:xfrm>
            <a:off x="3131840" y="3780956"/>
            <a:ext cx="108012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CA0508B-784F-DAD0-5F61-67821F1F8BFA}"/>
              </a:ext>
            </a:extLst>
          </p:cNvPr>
          <p:cNvSpPr/>
          <p:nvPr/>
        </p:nvSpPr>
        <p:spPr>
          <a:xfrm>
            <a:off x="143508" y="5085184"/>
            <a:ext cx="108012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23647E-6330-F11E-B05A-D6649030D579}"/>
              </a:ext>
            </a:extLst>
          </p:cNvPr>
          <p:cNvSpPr txBox="1"/>
          <p:nvPr/>
        </p:nvSpPr>
        <p:spPr>
          <a:xfrm>
            <a:off x="87803" y="4941168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</a:rPr>
              <a:t>1</a:t>
            </a:r>
            <a:endParaRPr lang="ko-KR" altLang="en-US" sz="1200" b="1" dirty="0">
              <a:solidFill>
                <a:srgbClr val="C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315C5-A84B-D533-06B7-D20BCA3A73ED}"/>
              </a:ext>
            </a:extLst>
          </p:cNvPr>
          <p:cNvSpPr txBox="1"/>
          <p:nvPr/>
        </p:nvSpPr>
        <p:spPr>
          <a:xfrm>
            <a:off x="3131840" y="3573212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</a:rPr>
              <a:t>2 </a:t>
            </a:r>
            <a:endParaRPr lang="ko-KR" altLang="en-US" sz="12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A92C5D-A1B1-CFE2-B2B5-BBEB9EF34264}"/>
              </a:ext>
            </a:extLst>
          </p:cNvPr>
          <p:cNvSpPr txBox="1"/>
          <p:nvPr/>
        </p:nvSpPr>
        <p:spPr>
          <a:xfrm>
            <a:off x="4067944" y="4736177"/>
            <a:ext cx="288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C00000"/>
                </a:solidFill>
              </a:rPr>
              <a:t>3</a:t>
            </a:r>
            <a:endParaRPr lang="ko-KR" altLang="en-US" sz="1200" b="1" dirty="0">
              <a:solidFill>
                <a:srgbClr val="C00000"/>
              </a:solidFill>
            </a:endParaRPr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E1435D0B-AFD3-8870-D89F-474B2BBEACF6}"/>
              </a:ext>
            </a:extLst>
          </p:cNvPr>
          <p:cNvSpPr/>
          <p:nvPr/>
        </p:nvSpPr>
        <p:spPr>
          <a:xfrm>
            <a:off x="6168887" y="4653136"/>
            <a:ext cx="631224" cy="43204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D188B7-3863-BC3A-3679-2BB14AD1C5E2}"/>
              </a:ext>
            </a:extLst>
          </p:cNvPr>
          <p:cNvSpPr txBox="1"/>
          <p:nvPr/>
        </p:nvSpPr>
        <p:spPr>
          <a:xfrm>
            <a:off x="5804709" y="4377553"/>
            <a:ext cx="13595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C00000"/>
                </a:solidFill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091061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536" y="116632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★별첨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1. HAD1717MC Main State machine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97160" y="74120"/>
            <a:ext cx="1979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5DB0DBD-3776-F214-69AB-CCBAC5BE35B2}"/>
              </a:ext>
            </a:extLst>
          </p:cNvPr>
          <p:cNvSpPr/>
          <p:nvPr/>
        </p:nvSpPr>
        <p:spPr>
          <a:xfrm>
            <a:off x="1378796" y="726432"/>
            <a:ext cx="864000" cy="35719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C4BEE-307A-74B9-FFC8-48E03FB5FFC7}"/>
              </a:ext>
            </a:extLst>
          </p:cNvPr>
          <p:cNvSpPr txBox="1"/>
          <p:nvPr/>
        </p:nvSpPr>
        <p:spPr>
          <a:xfrm>
            <a:off x="1450234" y="781352"/>
            <a:ext cx="7377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Power_On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66FDF46-DE36-054C-D1C4-1FF70DDE8F9C}"/>
              </a:ext>
            </a:extLst>
          </p:cNvPr>
          <p:cNvCxnSpPr>
            <a:stCxn id="5" idx="4"/>
          </p:cNvCxnSpPr>
          <p:nvPr/>
        </p:nvCxnSpPr>
        <p:spPr>
          <a:xfrm rot="5400000">
            <a:off x="1666796" y="1227622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FDC60F-72A1-5E04-F20D-1D98C6709287}"/>
              </a:ext>
            </a:extLst>
          </p:cNvPr>
          <p:cNvSpPr/>
          <p:nvPr/>
        </p:nvSpPr>
        <p:spPr>
          <a:xfrm>
            <a:off x="1190366" y="1369374"/>
            <a:ext cx="1260000" cy="5715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D8A297E-0984-98CE-2BF1-8B2BF478954D}"/>
              </a:ext>
            </a:extLst>
          </p:cNvPr>
          <p:cNvCxnSpPr/>
          <p:nvPr/>
        </p:nvCxnSpPr>
        <p:spPr>
          <a:xfrm rot="5400000">
            <a:off x="1522796" y="2228878"/>
            <a:ext cx="576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758B71-8651-7553-60A8-3D3ADDC5251A}"/>
              </a:ext>
            </a:extLst>
          </p:cNvPr>
          <p:cNvSpPr txBox="1"/>
          <p:nvPr/>
        </p:nvSpPr>
        <p:spPr>
          <a:xfrm>
            <a:off x="1506619" y="1369374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FSM_rst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177C8-D42E-4413-75CA-869DE6E1F762}"/>
              </a:ext>
            </a:extLst>
          </p:cNvPr>
          <p:cNvSpPr txBox="1"/>
          <p:nvPr/>
        </p:nvSpPr>
        <p:spPr>
          <a:xfrm>
            <a:off x="1235920" y="1567170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Register Set Up</a:t>
            </a:r>
          </a:p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Select Mode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A1289D-A8B5-20D8-FBF1-6216C9D69358}"/>
              </a:ext>
            </a:extLst>
          </p:cNvPr>
          <p:cNvSpPr/>
          <p:nvPr/>
        </p:nvSpPr>
        <p:spPr>
          <a:xfrm>
            <a:off x="1192311" y="3582926"/>
            <a:ext cx="1260000" cy="4286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888B4-7E54-0B6F-CB67-ABAC673DB35A}"/>
              </a:ext>
            </a:extLst>
          </p:cNvPr>
          <p:cNvSpPr txBox="1"/>
          <p:nvPr/>
        </p:nvSpPr>
        <p:spPr>
          <a:xfrm>
            <a:off x="1475344" y="3582926"/>
            <a:ext cx="6912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FSM_bias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858FB-A83B-1796-A391-283109BEA98D}"/>
              </a:ext>
            </a:extLst>
          </p:cNvPr>
          <p:cNvSpPr txBox="1"/>
          <p:nvPr/>
        </p:nvSpPr>
        <p:spPr>
          <a:xfrm>
            <a:off x="1237865" y="3785098"/>
            <a:ext cx="117211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Panel Saturation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5EE01EE-31AB-6B30-AB36-D0ED5AA4BB35}"/>
              </a:ext>
            </a:extLst>
          </p:cNvPr>
          <p:cNvCxnSpPr/>
          <p:nvPr/>
        </p:nvCxnSpPr>
        <p:spPr>
          <a:xfrm>
            <a:off x="1813774" y="2155192"/>
            <a:ext cx="91937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F1FBFDCB-F35A-E2CA-D83A-9CA2E2667F76}"/>
              </a:ext>
            </a:extLst>
          </p:cNvPr>
          <p:cNvCxnSpPr/>
          <p:nvPr/>
        </p:nvCxnSpPr>
        <p:spPr>
          <a:xfrm>
            <a:off x="2451160" y="1660184"/>
            <a:ext cx="2880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754D224-FBE7-BC65-592A-4FA5099D5AE5}"/>
              </a:ext>
            </a:extLst>
          </p:cNvPr>
          <p:cNvCxnSpPr/>
          <p:nvPr/>
        </p:nvCxnSpPr>
        <p:spPr>
          <a:xfrm rot="5400000" flipH="1" flipV="1">
            <a:off x="2484912" y="1911390"/>
            <a:ext cx="504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CCAF72-30C0-44D2-8FB4-F5CAB6DABEC1}"/>
              </a:ext>
            </a:extLst>
          </p:cNvPr>
          <p:cNvSpPr txBox="1"/>
          <p:nvPr/>
        </p:nvSpPr>
        <p:spPr>
          <a:xfrm>
            <a:off x="2736912" y="1781484"/>
            <a:ext cx="18437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(not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exp_req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&amp; Get image ='0'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7455D5-2C69-2631-9E34-D1F864A2E1E7}"/>
              </a:ext>
            </a:extLst>
          </p:cNvPr>
          <p:cNvSpPr txBox="1"/>
          <p:nvPr/>
        </p:nvSpPr>
        <p:spPr>
          <a:xfrm>
            <a:off x="1819785" y="2210112"/>
            <a:ext cx="18437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0070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(not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exp_req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 &amp; Get image ='1'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23E1D3D-1561-C611-C500-D8FE52136818}"/>
              </a:ext>
            </a:extLst>
          </p:cNvPr>
          <p:cNvCxnSpPr/>
          <p:nvPr/>
        </p:nvCxnSpPr>
        <p:spPr>
          <a:xfrm rot="5400000">
            <a:off x="1524741" y="4301142"/>
            <a:ext cx="576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57A2BAA-6C0B-C0B2-5557-38864F2892A6}"/>
              </a:ext>
            </a:extLst>
          </p:cNvPr>
          <p:cNvCxnSpPr/>
          <p:nvPr/>
        </p:nvCxnSpPr>
        <p:spPr>
          <a:xfrm>
            <a:off x="1815719" y="4227456"/>
            <a:ext cx="91937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BF9A877-1FBE-8461-1B0D-C4F0B7269BFE}"/>
              </a:ext>
            </a:extLst>
          </p:cNvPr>
          <p:cNvCxnSpPr/>
          <p:nvPr/>
        </p:nvCxnSpPr>
        <p:spPr>
          <a:xfrm>
            <a:off x="2453105" y="3870462"/>
            <a:ext cx="2880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A2F46AD-1D54-5EE9-5A2E-4841DA909290}"/>
              </a:ext>
            </a:extLst>
          </p:cNvPr>
          <p:cNvCxnSpPr/>
          <p:nvPr/>
        </p:nvCxnSpPr>
        <p:spPr>
          <a:xfrm rot="5400000" flipH="1" flipV="1">
            <a:off x="2558857" y="4047884"/>
            <a:ext cx="360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78C70E4-3B05-A485-0C67-89297E3EB9BF}"/>
              </a:ext>
            </a:extLst>
          </p:cNvPr>
          <p:cNvSpPr txBox="1"/>
          <p:nvPr/>
        </p:nvSpPr>
        <p:spPr>
          <a:xfrm>
            <a:off x="2738857" y="3868678"/>
            <a:ext cx="1127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FSM_bias_end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='0'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62D716-7F21-31E7-FE0C-E59FFD1A6457}"/>
              </a:ext>
            </a:extLst>
          </p:cNvPr>
          <p:cNvSpPr txBox="1"/>
          <p:nvPr/>
        </p:nvSpPr>
        <p:spPr>
          <a:xfrm>
            <a:off x="1821730" y="4282376"/>
            <a:ext cx="11272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FSM_bais_end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='1'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858546A-14A0-153B-298E-3C7042D8E39B}"/>
              </a:ext>
            </a:extLst>
          </p:cNvPr>
          <p:cNvSpPr/>
          <p:nvPr/>
        </p:nvSpPr>
        <p:spPr>
          <a:xfrm>
            <a:off x="1191827" y="4583058"/>
            <a:ext cx="1260000" cy="4286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354CF6-7809-816C-5A37-9AE478C53B21}"/>
              </a:ext>
            </a:extLst>
          </p:cNvPr>
          <p:cNvSpPr txBox="1"/>
          <p:nvPr/>
        </p:nvSpPr>
        <p:spPr>
          <a:xfrm>
            <a:off x="1452179" y="4583058"/>
            <a:ext cx="7232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FSM_flush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77FB84-46DD-94ED-32E4-803964B80C6C}"/>
              </a:ext>
            </a:extLst>
          </p:cNvPr>
          <p:cNvSpPr txBox="1"/>
          <p:nvPr/>
        </p:nvSpPr>
        <p:spPr>
          <a:xfrm>
            <a:off x="1237381" y="4785230"/>
            <a:ext cx="10422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Panel Flushing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61AD6A6-D287-CFA3-5736-5AC8B3B9E594}"/>
              </a:ext>
            </a:extLst>
          </p:cNvPr>
          <p:cNvCxnSpPr/>
          <p:nvPr/>
        </p:nvCxnSpPr>
        <p:spPr>
          <a:xfrm rot="5400000">
            <a:off x="1524257" y="5301274"/>
            <a:ext cx="576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6F8B4307-CB8F-B7EF-FE91-36D49E7D42E1}"/>
              </a:ext>
            </a:extLst>
          </p:cNvPr>
          <p:cNvCxnSpPr/>
          <p:nvPr/>
        </p:nvCxnSpPr>
        <p:spPr>
          <a:xfrm>
            <a:off x="1815235" y="5227588"/>
            <a:ext cx="91937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FD49FDB-0B06-9D13-887C-8C12D246696B}"/>
              </a:ext>
            </a:extLst>
          </p:cNvPr>
          <p:cNvCxnSpPr/>
          <p:nvPr/>
        </p:nvCxnSpPr>
        <p:spPr>
          <a:xfrm>
            <a:off x="2452621" y="4791850"/>
            <a:ext cx="2880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CDBEA78-CE4C-131E-8E17-DFB79596EB8D}"/>
              </a:ext>
            </a:extLst>
          </p:cNvPr>
          <p:cNvCxnSpPr/>
          <p:nvPr/>
        </p:nvCxnSpPr>
        <p:spPr>
          <a:xfrm rot="5400000" flipH="1" flipV="1">
            <a:off x="2522373" y="5008644"/>
            <a:ext cx="43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99A3AC4-6A3B-204B-8742-75718A66D444}"/>
              </a:ext>
            </a:extLst>
          </p:cNvPr>
          <p:cNvSpPr txBox="1"/>
          <p:nvPr/>
        </p:nvSpPr>
        <p:spPr>
          <a:xfrm>
            <a:off x="2738373" y="4868810"/>
            <a:ext cx="1170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FSM_flush_end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='0'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9F9C16-B660-2B04-E674-791106804019}"/>
              </a:ext>
            </a:extLst>
          </p:cNvPr>
          <p:cNvSpPr txBox="1"/>
          <p:nvPr/>
        </p:nvSpPr>
        <p:spPr>
          <a:xfrm>
            <a:off x="1821246" y="5282508"/>
            <a:ext cx="11705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FSM_flush_end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='1'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9466D14-5045-7FFB-DB42-BC144AA32CA6}"/>
              </a:ext>
            </a:extLst>
          </p:cNvPr>
          <p:cNvSpPr/>
          <p:nvPr/>
        </p:nvSpPr>
        <p:spPr>
          <a:xfrm>
            <a:off x="1187464" y="2517440"/>
            <a:ext cx="1260000" cy="4331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D4A2703D-B31B-840C-050E-6EC44C01A57A}"/>
              </a:ext>
            </a:extLst>
          </p:cNvPr>
          <p:cNvCxnSpPr/>
          <p:nvPr/>
        </p:nvCxnSpPr>
        <p:spPr>
          <a:xfrm rot="5400000">
            <a:off x="1519894" y="3255082"/>
            <a:ext cx="576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B996700-8D43-890A-EC97-8B7329F36AFE}"/>
              </a:ext>
            </a:extLst>
          </p:cNvPr>
          <p:cNvSpPr txBox="1"/>
          <p:nvPr/>
        </p:nvSpPr>
        <p:spPr>
          <a:xfrm>
            <a:off x="1503717" y="2517440"/>
            <a:ext cx="6222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FSM_init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766165-EFB7-58F2-D448-15D3493D05CE}"/>
              </a:ext>
            </a:extLst>
          </p:cNvPr>
          <p:cNvSpPr txBox="1"/>
          <p:nvPr/>
        </p:nvSpPr>
        <p:spPr>
          <a:xfrm>
            <a:off x="1233018" y="2719732"/>
            <a:ext cx="11833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Initializing </a:t>
            </a:r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GateIC</a:t>
            </a:r>
            <a:endParaRPr lang="en-US" altLang="ko-KR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D870A936-4AD3-1223-821B-8F1926068587}"/>
              </a:ext>
            </a:extLst>
          </p:cNvPr>
          <p:cNvCxnSpPr/>
          <p:nvPr/>
        </p:nvCxnSpPr>
        <p:spPr>
          <a:xfrm>
            <a:off x="1810872" y="3164878"/>
            <a:ext cx="91937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98A6255-9E9F-0A5C-3075-7BC6983A7FE1}"/>
              </a:ext>
            </a:extLst>
          </p:cNvPr>
          <p:cNvCxnSpPr/>
          <p:nvPr/>
        </p:nvCxnSpPr>
        <p:spPr>
          <a:xfrm>
            <a:off x="2448258" y="2734662"/>
            <a:ext cx="2880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28681AB-7EE5-54A0-C1D8-26B1D9AEDCA2}"/>
              </a:ext>
            </a:extLst>
          </p:cNvPr>
          <p:cNvCxnSpPr/>
          <p:nvPr/>
        </p:nvCxnSpPr>
        <p:spPr>
          <a:xfrm rot="5400000" flipH="1" flipV="1">
            <a:off x="2518010" y="2948084"/>
            <a:ext cx="43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8D4366C-CC72-5438-A38B-D215DC6F81E0}"/>
              </a:ext>
            </a:extLst>
          </p:cNvPr>
          <p:cNvSpPr txBox="1"/>
          <p:nvPr/>
        </p:nvSpPr>
        <p:spPr>
          <a:xfrm>
            <a:off x="2734010" y="2929550"/>
            <a:ext cx="10695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FSM_init_end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='0'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615E09-F8A6-234D-8FA0-C77E629298EC}"/>
              </a:ext>
            </a:extLst>
          </p:cNvPr>
          <p:cNvSpPr txBox="1"/>
          <p:nvPr/>
        </p:nvSpPr>
        <p:spPr>
          <a:xfrm>
            <a:off x="1816883" y="3236316"/>
            <a:ext cx="10695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FSM_init_end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='1'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1541C62-77DF-72F1-D730-992148CFE1C4}"/>
              </a:ext>
            </a:extLst>
          </p:cNvPr>
          <p:cNvSpPr/>
          <p:nvPr/>
        </p:nvSpPr>
        <p:spPr>
          <a:xfrm>
            <a:off x="5384326" y="1149947"/>
            <a:ext cx="1260000" cy="4286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1D55CB-33D7-AA57-A7BB-D667DCF7985B}"/>
              </a:ext>
            </a:extLst>
          </p:cNvPr>
          <p:cNvSpPr txBox="1"/>
          <p:nvPr/>
        </p:nvSpPr>
        <p:spPr>
          <a:xfrm>
            <a:off x="5667359" y="1149947"/>
            <a:ext cx="6511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FSM_exp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39D3C32-85A2-7A0D-992F-2E615ECDC351}"/>
              </a:ext>
            </a:extLst>
          </p:cNvPr>
          <p:cNvSpPr txBox="1"/>
          <p:nvPr/>
        </p:nvSpPr>
        <p:spPr>
          <a:xfrm>
            <a:off x="5429880" y="1352119"/>
            <a:ext cx="7633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Exposure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6243EFA-1764-F9C2-0B27-94E0910038D0}"/>
              </a:ext>
            </a:extLst>
          </p:cNvPr>
          <p:cNvCxnSpPr/>
          <p:nvPr/>
        </p:nvCxnSpPr>
        <p:spPr>
          <a:xfrm rot="5400000">
            <a:off x="5716756" y="1868163"/>
            <a:ext cx="576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B4263A3-BC8D-C410-A476-0A94A3C5A511}"/>
              </a:ext>
            </a:extLst>
          </p:cNvPr>
          <p:cNvCxnSpPr/>
          <p:nvPr/>
        </p:nvCxnSpPr>
        <p:spPr>
          <a:xfrm>
            <a:off x="6007734" y="1794477"/>
            <a:ext cx="91937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BC7143B-28FC-72F4-A27F-917B498E227D}"/>
              </a:ext>
            </a:extLst>
          </p:cNvPr>
          <p:cNvCxnSpPr/>
          <p:nvPr/>
        </p:nvCxnSpPr>
        <p:spPr>
          <a:xfrm>
            <a:off x="6645120" y="1437483"/>
            <a:ext cx="2880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647821A-EE67-1D19-D74C-9B8EBBBF78A4}"/>
              </a:ext>
            </a:extLst>
          </p:cNvPr>
          <p:cNvCxnSpPr/>
          <p:nvPr/>
        </p:nvCxnSpPr>
        <p:spPr>
          <a:xfrm rot="5400000" flipH="1" flipV="1">
            <a:off x="6750872" y="1614905"/>
            <a:ext cx="360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F34030E-28E8-3A9C-8295-52AF93F5E039}"/>
              </a:ext>
            </a:extLst>
          </p:cNvPr>
          <p:cNvSpPr txBox="1"/>
          <p:nvPr/>
        </p:nvSpPr>
        <p:spPr>
          <a:xfrm>
            <a:off x="6930872" y="1435699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FSM_exp_end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='0'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29BAC2-5044-85F1-6FDE-7D0FF4F81435}"/>
              </a:ext>
            </a:extLst>
          </p:cNvPr>
          <p:cNvSpPr txBox="1"/>
          <p:nvPr/>
        </p:nvSpPr>
        <p:spPr>
          <a:xfrm>
            <a:off x="6013745" y="1849397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FSM_exp_end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='1'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71F967F-B73F-C0D9-49E4-5616A3D774CD}"/>
              </a:ext>
            </a:extLst>
          </p:cNvPr>
          <p:cNvSpPr/>
          <p:nvPr/>
        </p:nvSpPr>
        <p:spPr>
          <a:xfrm>
            <a:off x="5383842" y="2150079"/>
            <a:ext cx="1260000" cy="4286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0D5F96-5281-C8FC-83E9-1198BDAFD583}"/>
              </a:ext>
            </a:extLst>
          </p:cNvPr>
          <p:cNvSpPr txBox="1"/>
          <p:nvPr/>
        </p:nvSpPr>
        <p:spPr>
          <a:xfrm>
            <a:off x="5644194" y="2150079"/>
            <a:ext cx="7152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FSM_read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1D862C-6286-FC30-64F2-F0D004A81984}"/>
              </a:ext>
            </a:extLst>
          </p:cNvPr>
          <p:cNvSpPr txBox="1"/>
          <p:nvPr/>
        </p:nvSpPr>
        <p:spPr>
          <a:xfrm>
            <a:off x="5429396" y="2352251"/>
            <a:ext cx="7585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Read out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1A0B73D-C803-A3E4-C416-A5995CDD4F23}"/>
              </a:ext>
            </a:extLst>
          </p:cNvPr>
          <p:cNvCxnSpPr/>
          <p:nvPr/>
        </p:nvCxnSpPr>
        <p:spPr>
          <a:xfrm>
            <a:off x="6007250" y="2794609"/>
            <a:ext cx="919372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FB30A0C-6D71-46F7-4A6C-0099C894208C}"/>
              </a:ext>
            </a:extLst>
          </p:cNvPr>
          <p:cNvCxnSpPr/>
          <p:nvPr/>
        </p:nvCxnSpPr>
        <p:spPr>
          <a:xfrm>
            <a:off x="6644636" y="2358871"/>
            <a:ext cx="288000" cy="158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8924F24-91EE-E265-4B11-CCB60381FCCD}"/>
              </a:ext>
            </a:extLst>
          </p:cNvPr>
          <p:cNvCxnSpPr/>
          <p:nvPr/>
        </p:nvCxnSpPr>
        <p:spPr>
          <a:xfrm rot="5400000" flipH="1" flipV="1">
            <a:off x="6714388" y="2575665"/>
            <a:ext cx="432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BC8DF0A-2B96-8709-3D05-9599563CFACF}"/>
              </a:ext>
            </a:extLst>
          </p:cNvPr>
          <p:cNvSpPr txBox="1"/>
          <p:nvPr/>
        </p:nvSpPr>
        <p:spPr>
          <a:xfrm>
            <a:off x="6930388" y="2435831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FSM_read_end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='0'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0D223B-9405-D494-74CD-53CD522B2D19}"/>
              </a:ext>
            </a:extLst>
          </p:cNvPr>
          <p:cNvSpPr txBox="1"/>
          <p:nvPr/>
        </p:nvSpPr>
        <p:spPr>
          <a:xfrm>
            <a:off x="6013261" y="2849529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FSM_read_end</a:t>
            </a:r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='1'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2FE0781-4D34-7C92-7334-AE36D9A459E0}"/>
              </a:ext>
            </a:extLst>
          </p:cNvPr>
          <p:cNvCxnSpPr/>
          <p:nvPr/>
        </p:nvCxnSpPr>
        <p:spPr>
          <a:xfrm rot="5400000" flipH="1" flipV="1">
            <a:off x="2163612" y="3533275"/>
            <a:ext cx="5429288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C34DA26-1997-1290-9C23-563F7D96CAF0}"/>
              </a:ext>
            </a:extLst>
          </p:cNvPr>
          <p:cNvCxnSpPr/>
          <p:nvPr/>
        </p:nvCxnSpPr>
        <p:spPr>
          <a:xfrm>
            <a:off x="4877462" y="818631"/>
            <a:ext cx="1116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B70EBB8-AB4B-CDBC-70C1-4C9F577FEF29}"/>
              </a:ext>
            </a:extLst>
          </p:cNvPr>
          <p:cNvCxnSpPr/>
          <p:nvPr/>
        </p:nvCxnSpPr>
        <p:spPr>
          <a:xfrm rot="5400000">
            <a:off x="5852718" y="962631"/>
            <a:ext cx="288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순서도: 판단 65">
            <a:extLst>
              <a:ext uri="{FF2B5EF4-FFF2-40B4-BE49-F238E27FC236}">
                <a16:creationId xmlns:a16="http://schemas.microsoft.com/office/drawing/2014/main" id="{6EA61D06-DC0A-3F8C-66C4-B1E2D3966B0D}"/>
              </a:ext>
            </a:extLst>
          </p:cNvPr>
          <p:cNvSpPr/>
          <p:nvPr/>
        </p:nvSpPr>
        <p:spPr>
          <a:xfrm>
            <a:off x="1166297" y="5609610"/>
            <a:ext cx="1296000" cy="432000"/>
          </a:xfrm>
          <a:prstGeom prst="flowChartDecision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A1A1F6-10F5-EEAB-5FC5-D3641C51ACAB}"/>
              </a:ext>
            </a:extLst>
          </p:cNvPr>
          <p:cNvSpPr txBox="1"/>
          <p:nvPr/>
        </p:nvSpPr>
        <p:spPr>
          <a:xfrm>
            <a:off x="1123521" y="5719450"/>
            <a:ext cx="13484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Saturation_flush_end</a:t>
            </a:r>
            <a:endParaRPr lang="en-US" altLang="ko-KR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8EEBE52-674E-4698-C9CD-5F947D6F646F}"/>
              </a:ext>
            </a:extLst>
          </p:cNvPr>
          <p:cNvCxnSpPr/>
          <p:nvPr/>
        </p:nvCxnSpPr>
        <p:spPr>
          <a:xfrm rot="5400000">
            <a:off x="1701239" y="6146238"/>
            <a:ext cx="216000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54B080E-A210-C75A-D09F-FF29F0916BBF}"/>
              </a:ext>
            </a:extLst>
          </p:cNvPr>
          <p:cNvCxnSpPr/>
          <p:nvPr/>
        </p:nvCxnSpPr>
        <p:spPr>
          <a:xfrm flipV="1">
            <a:off x="2452181" y="5823924"/>
            <a:ext cx="17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CF4E1739-2CE4-A40D-55D9-BEDCD405972E}"/>
              </a:ext>
            </a:extLst>
          </p:cNvPr>
          <p:cNvCxnSpPr/>
          <p:nvPr/>
        </p:nvCxnSpPr>
        <p:spPr>
          <a:xfrm rot="5400000" flipH="1" flipV="1">
            <a:off x="3165583" y="4782502"/>
            <a:ext cx="2088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5FFD43A-8F10-ED8C-077C-8654344D37B8}"/>
              </a:ext>
            </a:extLst>
          </p:cNvPr>
          <p:cNvCxnSpPr/>
          <p:nvPr/>
        </p:nvCxnSpPr>
        <p:spPr>
          <a:xfrm flipV="1">
            <a:off x="2452181" y="3753908"/>
            <a:ext cx="1764000" cy="98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A35ADF6-609F-60B0-5451-414047F67AEF}"/>
              </a:ext>
            </a:extLst>
          </p:cNvPr>
          <p:cNvSpPr txBox="1"/>
          <p:nvPr/>
        </p:nvSpPr>
        <p:spPr>
          <a:xfrm>
            <a:off x="1809239" y="6039924"/>
            <a:ext cx="4315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True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810F5CC-1396-1A7A-98BE-9C25E280A2EC}"/>
              </a:ext>
            </a:extLst>
          </p:cNvPr>
          <p:cNvSpPr txBox="1"/>
          <p:nvPr/>
        </p:nvSpPr>
        <p:spPr>
          <a:xfrm>
            <a:off x="4227331" y="4726996"/>
            <a:ext cx="4683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False</a:t>
            </a:r>
            <a:endParaRPr lang="ko-KR" alt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9303D223-C571-F11E-8561-D3BBA8848C26}"/>
              </a:ext>
            </a:extLst>
          </p:cNvPr>
          <p:cNvCxnSpPr/>
          <p:nvPr/>
        </p:nvCxnSpPr>
        <p:spPr>
          <a:xfrm>
            <a:off x="1826987" y="6242124"/>
            <a:ext cx="3060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31A8273-1C4E-B157-7B0A-B33221D986BA}"/>
              </a:ext>
            </a:extLst>
          </p:cNvPr>
          <p:cNvCxnSpPr>
            <a:cxnSpLocks/>
          </p:cNvCxnSpPr>
          <p:nvPr/>
        </p:nvCxnSpPr>
        <p:spPr>
          <a:xfrm>
            <a:off x="6004317" y="2578707"/>
            <a:ext cx="0" cy="11605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7393461E-91E1-305F-07A6-A4CE1E6B2DCD}"/>
              </a:ext>
            </a:extLst>
          </p:cNvPr>
          <p:cNvCxnSpPr>
            <a:cxnSpLocks/>
          </p:cNvCxnSpPr>
          <p:nvPr/>
        </p:nvCxnSpPr>
        <p:spPr>
          <a:xfrm flipH="1">
            <a:off x="4267842" y="3753908"/>
            <a:ext cx="174541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183A563-4CDC-9BEB-9690-38E68A07DEBB}"/>
              </a:ext>
            </a:extLst>
          </p:cNvPr>
          <p:cNvSpPr txBox="1"/>
          <p:nvPr/>
        </p:nvSpPr>
        <p:spPr>
          <a:xfrm>
            <a:off x="4879050" y="6525726"/>
            <a:ext cx="4264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24.03.25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◎작성자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이태호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DR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개발팀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A6B351-746B-1798-B767-9DE436A1A24A}"/>
              </a:ext>
            </a:extLst>
          </p:cNvPr>
          <p:cNvSpPr txBox="1"/>
          <p:nvPr/>
        </p:nvSpPr>
        <p:spPr>
          <a:xfrm>
            <a:off x="4067944" y="6536377"/>
            <a:ext cx="936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5/5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219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63322</TotalTime>
  <Words>4037</Words>
  <Application>Microsoft Office PowerPoint</Application>
  <PresentationFormat>화면 슬라이드 쇼(4:3)</PresentationFormat>
  <Paragraphs>1314</Paragraphs>
  <Slides>40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HY헤드라인M</vt:lpstr>
      <vt:lpstr>굴림</vt:lpstr>
      <vt:lpstr>나눔바른고딕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holee9 holee9</cp:lastModifiedBy>
  <cp:revision>137</cp:revision>
  <cp:lastPrinted>2024-05-28T02:19:42Z</cp:lastPrinted>
  <dcterms:created xsi:type="dcterms:W3CDTF">2023-03-30T01:29:13Z</dcterms:created>
  <dcterms:modified xsi:type="dcterms:W3CDTF">2024-05-29T04:08:13Z</dcterms:modified>
</cp:coreProperties>
</file>